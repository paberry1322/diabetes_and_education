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3"/>
  </p:notesMasterIdLst>
  <p:sldIdLst>
    <p:sldId id="256" r:id="rId2"/>
  </p:sldIdLst>
  <p:sldSz cx="32004000" cy="45720000"/>
  <p:notesSz cx="6858000" cy="9144000"/>
  <p:defaultTextStyle>
    <a:defPPr>
      <a:defRPr lang="en-US"/>
    </a:defPPr>
    <a:lvl1pPr marL="0" algn="l" defTabSz="3730659" rtl="0" eaLnBrk="1" latinLnBrk="0" hangingPunct="1">
      <a:defRPr sz="7344" kern="1200">
        <a:solidFill>
          <a:schemeClr val="tx1"/>
        </a:solidFill>
        <a:latin typeface="+mn-lt"/>
        <a:ea typeface="+mn-ea"/>
        <a:cs typeface="+mn-cs"/>
      </a:defRPr>
    </a:lvl1pPr>
    <a:lvl2pPr marL="1865330" algn="l" defTabSz="3730659" rtl="0" eaLnBrk="1" latinLnBrk="0" hangingPunct="1">
      <a:defRPr sz="7344" kern="1200">
        <a:solidFill>
          <a:schemeClr val="tx1"/>
        </a:solidFill>
        <a:latin typeface="+mn-lt"/>
        <a:ea typeface="+mn-ea"/>
        <a:cs typeface="+mn-cs"/>
      </a:defRPr>
    </a:lvl2pPr>
    <a:lvl3pPr marL="3730659" algn="l" defTabSz="3730659" rtl="0" eaLnBrk="1" latinLnBrk="0" hangingPunct="1">
      <a:defRPr sz="7344" kern="1200">
        <a:solidFill>
          <a:schemeClr val="tx1"/>
        </a:solidFill>
        <a:latin typeface="+mn-lt"/>
        <a:ea typeface="+mn-ea"/>
        <a:cs typeface="+mn-cs"/>
      </a:defRPr>
    </a:lvl3pPr>
    <a:lvl4pPr marL="5595989" algn="l" defTabSz="3730659" rtl="0" eaLnBrk="1" latinLnBrk="0" hangingPunct="1">
      <a:defRPr sz="7344" kern="1200">
        <a:solidFill>
          <a:schemeClr val="tx1"/>
        </a:solidFill>
        <a:latin typeface="+mn-lt"/>
        <a:ea typeface="+mn-ea"/>
        <a:cs typeface="+mn-cs"/>
      </a:defRPr>
    </a:lvl4pPr>
    <a:lvl5pPr marL="7461316" algn="l" defTabSz="3730659" rtl="0" eaLnBrk="1" latinLnBrk="0" hangingPunct="1">
      <a:defRPr sz="7344" kern="1200">
        <a:solidFill>
          <a:schemeClr val="tx1"/>
        </a:solidFill>
        <a:latin typeface="+mn-lt"/>
        <a:ea typeface="+mn-ea"/>
        <a:cs typeface="+mn-cs"/>
      </a:defRPr>
    </a:lvl5pPr>
    <a:lvl6pPr marL="9326646" algn="l" defTabSz="3730659" rtl="0" eaLnBrk="1" latinLnBrk="0" hangingPunct="1">
      <a:defRPr sz="7344" kern="1200">
        <a:solidFill>
          <a:schemeClr val="tx1"/>
        </a:solidFill>
        <a:latin typeface="+mn-lt"/>
        <a:ea typeface="+mn-ea"/>
        <a:cs typeface="+mn-cs"/>
      </a:defRPr>
    </a:lvl6pPr>
    <a:lvl7pPr marL="11191976" algn="l" defTabSz="3730659" rtl="0" eaLnBrk="1" latinLnBrk="0" hangingPunct="1">
      <a:defRPr sz="7344" kern="1200">
        <a:solidFill>
          <a:schemeClr val="tx1"/>
        </a:solidFill>
        <a:latin typeface="+mn-lt"/>
        <a:ea typeface="+mn-ea"/>
        <a:cs typeface="+mn-cs"/>
      </a:defRPr>
    </a:lvl7pPr>
    <a:lvl8pPr marL="13057305" algn="l" defTabSz="3730659" rtl="0" eaLnBrk="1" latinLnBrk="0" hangingPunct="1">
      <a:defRPr sz="7344" kern="1200">
        <a:solidFill>
          <a:schemeClr val="tx1"/>
        </a:solidFill>
        <a:latin typeface="+mn-lt"/>
        <a:ea typeface="+mn-ea"/>
        <a:cs typeface="+mn-cs"/>
      </a:defRPr>
    </a:lvl8pPr>
    <a:lvl9pPr marL="14922635" algn="l" defTabSz="3730659" rtl="0" eaLnBrk="1" latinLnBrk="0" hangingPunct="1">
      <a:defRPr sz="7344"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51D3BE-8CD4-6140-8D64-EFB70C2F18CB}" v="19" dt="2026-04-25T13:57:57.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41"/>
    <p:restoredTop sz="96228"/>
  </p:normalViewPr>
  <p:slideViewPr>
    <p:cSldViewPr snapToGrid="0" snapToObjects="1">
      <p:cViewPr>
        <p:scale>
          <a:sx n="32" d="100"/>
          <a:sy n="32" d="100"/>
        </p:scale>
        <p:origin x="416" y="-1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yton Avery Berry" userId="d8641f71-bd00-46ef-808f-1ae669705f48" providerId="ADAL" clId="{EE51D3BE-8CD4-6140-8D64-EFB70C2F18CB}"/>
    <pc:docChg chg="undo custSel modSld">
      <pc:chgData name="Payton Avery Berry" userId="d8641f71-bd00-46ef-808f-1ae669705f48" providerId="ADAL" clId="{EE51D3BE-8CD4-6140-8D64-EFB70C2F18CB}" dt="2026-04-25T14:10:27.850" v="391" actId="20577"/>
      <pc:docMkLst>
        <pc:docMk/>
      </pc:docMkLst>
      <pc:sldChg chg="addSp delSp modSp mod">
        <pc:chgData name="Payton Avery Berry" userId="d8641f71-bd00-46ef-808f-1ae669705f48" providerId="ADAL" clId="{EE51D3BE-8CD4-6140-8D64-EFB70C2F18CB}" dt="2026-04-25T14:10:27.850" v="391" actId="20577"/>
        <pc:sldMkLst>
          <pc:docMk/>
          <pc:sldMk cId="1506383152" sldId="256"/>
        </pc:sldMkLst>
        <pc:spChg chg="mod">
          <ac:chgData name="Payton Avery Berry" userId="d8641f71-bd00-46ef-808f-1ae669705f48" providerId="ADAL" clId="{EE51D3BE-8CD4-6140-8D64-EFB70C2F18CB}" dt="2026-04-25T14:01:56.205" v="333" actId="1076"/>
          <ac:spMkLst>
            <pc:docMk/>
            <pc:sldMk cId="1506383152" sldId="256"/>
            <ac:spMk id="3" creationId="{6A1DDFAF-C083-76EF-6F88-DEAC85F1F680}"/>
          </ac:spMkLst>
        </pc:spChg>
        <pc:spChg chg="mod">
          <ac:chgData name="Payton Avery Berry" userId="d8641f71-bd00-46ef-808f-1ae669705f48" providerId="ADAL" clId="{EE51D3BE-8CD4-6140-8D64-EFB70C2F18CB}" dt="2026-04-25T14:06:08.105" v="382" actId="1076"/>
          <ac:spMkLst>
            <pc:docMk/>
            <pc:sldMk cId="1506383152" sldId="256"/>
            <ac:spMk id="6" creationId="{00000000-0000-0000-0000-000000000000}"/>
          </ac:spMkLst>
        </pc:spChg>
        <pc:spChg chg="mod">
          <ac:chgData name="Payton Avery Berry" userId="d8641f71-bd00-46ef-808f-1ae669705f48" providerId="ADAL" clId="{EE51D3BE-8CD4-6140-8D64-EFB70C2F18CB}" dt="2026-04-25T14:06:27.902" v="384" actId="1076"/>
          <ac:spMkLst>
            <pc:docMk/>
            <pc:sldMk cId="1506383152" sldId="256"/>
            <ac:spMk id="7" creationId="{00000000-0000-0000-0000-000000000000}"/>
          </ac:spMkLst>
        </pc:spChg>
        <pc:spChg chg="mod">
          <ac:chgData name="Payton Avery Berry" userId="d8641f71-bd00-46ef-808f-1ae669705f48" providerId="ADAL" clId="{EE51D3BE-8CD4-6140-8D64-EFB70C2F18CB}" dt="2026-04-25T14:06:20.270" v="383" actId="1076"/>
          <ac:spMkLst>
            <pc:docMk/>
            <pc:sldMk cId="1506383152" sldId="256"/>
            <ac:spMk id="8" creationId="{00000000-0000-0000-0000-000000000000}"/>
          </ac:spMkLst>
        </pc:spChg>
        <pc:spChg chg="mod">
          <ac:chgData name="Payton Avery Berry" userId="d8641f71-bd00-46ef-808f-1ae669705f48" providerId="ADAL" clId="{EE51D3BE-8CD4-6140-8D64-EFB70C2F18CB}" dt="2026-04-25T14:00:28.435" v="321" actId="1076"/>
          <ac:spMkLst>
            <pc:docMk/>
            <pc:sldMk cId="1506383152" sldId="256"/>
            <ac:spMk id="11" creationId="{F50265B0-79BE-B3AE-9E38-8EF1B3AFF85E}"/>
          </ac:spMkLst>
        </pc:spChg>
        <pc:spChg chg="mod">
          <ac:chgData name="Payton Avery Berry" userId="d8641f71-bd00-46ef-808f-1ae669705f48" providerId="ADAL" clId="{EE51D3BE-8CD4-6140-8D64-EFB70C2F18CB}" dt="2026-04-25T14:01:49.068" v="332" actId="1076"/>
          <ac:spMkLst>
            <pc:docMk/>
            <pc:sldMk cId="1506383152" sldId="256"/>
            <ac:spMk id="15" creationId="{01E7B9F4-AFB5-BD26-8E30-86D3A1F956F1}"/>
          </ac:spMkLst>
        </pc:spChg>
        <pc:spChg chg="del mod">
          <ac:chgData name="Payton Avery Berry" userId="d8641f71-bd00-46ef-808f-1ae669705f48" providerId="ADAL" clId="{EE51D3BE-8CD4-6140-8D64-EFB70C2F18CB}" dt="2026-04-23T13:43:32.588" v="22" actId="478"/>
          <ac:spMkLst>
            <pc:docMk/>
            <pc:sldMk cId="1506383152" sldId="256"/>
            <ac:spMk id="20" creationId="{A474F17F-43EA-A471-B2E2-126D32E29A60}"/>
          </ac:spMkLst>
        </pc:spChg>
        <pc:spChg chg="mod">
          <ac:chgData name="Payton Avery Berry" userId="d8641f71-bd00-46ef-808f-1ae669705f48" providerId="ADAL" clId="{EE51D3BE-8CD4-6140-8D64-EFB70C2F18CB}" dt="2026-04-25T14:00:23.465" v="320" actId="1076"/>
          <ac:spMkLst>
            <pc:docMk/>
            <pc:sldMk cId="1506383152" sldId="256"/>
            <ac:spMk id="21" creationId="{D82ED2F4-96CC-EE68-FE09-DE54FE9CE09B}"/>
          </ac:spMkLst>
        </pc:spChg>
        <pc:spChg chg="add mod">
          <ac:chgData name="Payton Avery Berry" userId="d8641f71-bd00-46ef-808f-1ae669705f48" providerId="ADAL" clId="{EE51D3BE-8CD4-6140-8D64-EFB70C2F18CB}" dt="2026-04-23T13:42:04.976" v="10" actId="14100"/>
          <ac:spMkLst>
            <pc:docMk/>
            <pc:sldMk cId="1506383152" sldId="256"/>
            <ac:spMk id="23" creationId="{72D1BE20-C406-0089-30F0-D49D868ACCE2}"/>
          </ac:spMkLst>
        </pc:spChg>
        <pc:spChg chg="add mod">
          <ac:chgData name="Payton Avery Berry" userId="d8641f71-bd00-46ef-808f-1ae669705f48" providerId="ADAL" clId="{EE51D3BE-8CD4-6140-8D64-EFB70C2F18CB}" dt="2026-04-23T13:46:04.356" v="58" actId="1076"/>
          <ac:spMkLst>
            <pc:docMk/>
            <pc:sldMk cId="1506383152" sldId="256"/>
            <ac:spMk id="26" creationId="{A884DEDE-57D5-FE53-6B44-231EEEB23070}"/>
          </ac:spMkLst>
        </pc:spChg>
        <pc:spChg chg="add mod">
          <ac:chgData name="Payton Avery Berry" userId="d8641f71-bd00-46ef-808f-1ae669705f48" providerId="ADAL" clId="{EE51D3BE-8CD4-6140-8D64-EFB70C2F18CB}" dt="2026-04-25T14:01:07.818" v="328" actId="1076"/>
          <ac:spMkLst>
            <pc:docMk/>
            <pc:sldMk cId="1506383152" sldId="256"/>
            <ac:spMk id="29" creationId="{356E570D-08B6-4D69-3DB7-1CBEE16988E4}"/>
          </ac:spMkLst>
        </pc:spChg>
        <pc:spChg chg="add mod">
          <ac:chgData name="Payton Avery Berry" userId="d8641f71-bd00-46ef-808f-1ae669705f48" providerId="ADAL" clId="{EE51D3BE-8CD4-6140-8D64-EFB70C2F18CB}" dt="2026-04-23T14:43:34.476" v="239" actId="1076"/>
          <ac:spMkLst>
            <pc:docMk/>
            <pc:sldMk cId="1506383152" sldId="256"/>
            <ac:spMk id="30" creationId="{CA0D5AB7-2C49-55BE-C312-381B862964F3}"/>
          </ac:spMkLst>
        </pc:spChg>
        <pc:spChg chg="add mod">
          <ac:chgData name="Payton Avery Berry" userId="d8641f71-bd00-46ef-808f-1ae669705f48" providerId="ADAL" clId="{EE51D3BE-8CD4-6140-8D64-EFB70C2F18CB}" dt="2026-04-25T13:59:56.983" v="316" actId="1076"/>
          <ac:spMkLst>
            <pc:docMk/>
            <pc:sldMk cId="1506383152" sldId="256"/>
            <ac:spMk id="31" creationId="{6B98DE12-AC74-9466-3B25-D69186921A87}"/>
          </ac:spMkLst>
        </pc:spChg>
        <pc:spChg chg="add mod">
          <ac:chgData name="Payton Avery Berry" userId="d8641f71-bd00-46ef-808f-1ae669705f48" providerId="ADAL" clId="{EE51D3BE-8CD4-6140-8D64-EFB70C2F18CB}" dt="2026-04-25T14:00:52.767" v="326" actId="1076"/>
          <ac:spMkLst>
            <pc:docMk/>
            <pc:sldMk cId="1506383152" sldId="256"/>
            <ac:spMk id="34" creationId="{49574698-7261-0CDF-ED37-878635FA51DB}"/>
          </ac:spMkLst>
        </pc:spChg>
        <pc:spChg chg="add del mod">
          <ac:chgData name="Payton Avery Berry" userId="d8641f71-bd00-46ef-808f-1ae669705f48" providerId="ADAL" clId="{EE51D3BE-8CD4-6140-8D64-EFB70C2F18CB}" dt="2026-04-25T13:57:51.951" v="301"/>
          <ac:spMkLst>
            <pc:docMk/>
            <pc:sldMk cId="1506383152" sldId="256"/>
            <ac:spMk id="35" creationId="{0A1C7202-1E24-EE93-CEB3-E496C16195E8}"/>
          </ac:spMkLst>
        </pc:spChg>
        <pc:spChg chg="add mod">
          <ac:chgData name="Payton Avery Berry" userId="d8641f71-bd00-46ef-808f-1ae669705f48" providerId="ADAL" clId="{EE51D3BE-8CD4-6140-8D64-EFB70C2F18CB}" dt="2026-04-25T14:10:27.850" v="391" actId="20577"/>
          <ac:spMkLst>
            <pc:docMk/>
            <pc:sldMk cId="1506383152" sldId="256"/>
            <ac:spMk id="36" creationId="{67134B12-54B7-912A-6525-65706AEE2865}"/>
          </ac:spMkLst>
        </pc:spChg>
        <pc:spChg chg="mod">
          <ac:chgData name="Payton Avery Berry" userId="d8641f71-bd00-46ef-808f-1ae669705f48" providerId="ADAL" clId="{EE51D3BE-8CD4-6140-8D64-EFB70C2F18CB}" dt="2026-04-25T14:08:17.442" v="390" actId="20577"/>
          <ac:spMkLst>
            <pc:docMk/>
            <pc:sldMk cId="1506383152" sldId="256"/>
            <ac:spMk id="65" creationId="{00000000-0000-0000-0000-000000000000}"/>
          </ac:spMkLst>
        </pc:spChg>
        <pc:spChg chg="mod">
          <ac:chgData name="Payton Avery Berry" userId="d8641f71-bd00-46ef-808f-1ae669705f48" providerId="ADAL" clId="{EE51D3BE-8CD4-6140-8D64-EFB70C2F18CB}" dt="2026-04-25T14:02:34.752" v="336" actId="1076"/>
          <ac:spMkLst>
            <pc:docMk/>
            <pc:sldMk cId="1506383152" sldId="256"/>
            <ac:spMk id="95" creationId="{00000000-0000-0000-0000-000000000000}"/>
          </ac:spMkLst>
        </pc:spChg>
        <pc:spChg chg="mod">
          <ac:chgData name="Payton Avery Berry" userId="d8641f71-bd00-46ef-808f-1ae669705f48" providerId="ADAL" clId="{EE51D3BE-8CD4-6140-8D64-EFB70C2F18CB}" dt="2026-04-25T14:00:00.584" v="317" actId="1076"/>
          <ac:spMkLst>
            <pc:docMk/>
            <pc:sldMk cId="1506383152" sldId="256"/>
            <ac:spMk id="117" creationId="{00000000-0000-0000-0000-000000000000}"/>
          </ac:spMkLst>
        </pc:spChg>
        <pc:spChg chg="mod">
          <ac:chgData name="Payton Avery Berry" userId="d8641f71-bd00-46ef-808f-1ae669705f48" providerId="ADAL" clId="{EE51D3BE-8CD4-6140-8D64-EFB70C2F18CB}" dt="2026-04-25T14:02:49.418" v="338" actId="1076"/>
          <ac:spMkLst>
            <pc:docMk/>
            <pc:sldMk cId="1506383152" sldId="256"/>
            <ac:spMk id="127" creationId="{00000000-0000-0000-0000-000000000000}"/>
          </ac:spMkLst>
        </pc:spChg>
        <pc:graphicFrameChg chg="add del mod modGraphic">
          <ac:chgData name="Payton Avery Berry" userId="d8641f71-bd00-46ef-808f-1ae669705f48" providerId="ADAL" clId="{EE51D3BE-8CD4-6140-8D64-EFB70C2F18CB}" dt="2026-04-23T13:45:54.678" v="54" actId="478"/>
          <ac:graphicFrameMkLst>
            <pc:docMk/>
            <pc:sldMk cId="1506383152" sldId="256"/>
            <ac:graphicFrameMk id="22" creationId="{8A8FF201-A4CA-7AF8-C32A-2A805AA444F3}"/>
          </ac:graphicFrameMkLst>
        </pc:graphicFrameChg>
        <pc:graphicFrameChg chg="add del mod modGraphic">
          <ac:chgData name="Payton Avery Berry" userId="d8641f71-bd00-46ef-808f-1ae669705f48" providerId="ADAL" clId="{EE51D3BE-8CD4-6140-8D64-EFB70C2F18CB}" dt="2026-04-23T13:45:32.280" v="53" actId="478"/>
          <ac:graphicFrameMkLst>
            <pc:docMk/>
            <pc:sldMk cId="1506383152" sldId="256"/>
            <ac:graphicFrameMk id="24" creationId="{EB64371A-0324-E7E3-4D35-57EBA990D779}"/>
          </ac:graphicFrameMkLst>
        </pc:graphicFrameChg>
        <pc:graphicFrameChg chg="add del mod">
          <ac:chgData name="Payton Avery Berry" userId="d8641f71-bd00-46ef-808f-1ae669705f48" providerId="ADAL" clId="{EE51D3BE-8CD4-6140-8D64-EFB70C2F18CB}" dt="2026-04-23T13:46:17.568" v="59" actId="478"/>
          <ac:graphicFrameMkLst>
            <pc:docMk/>
            <pc:sldMk cId="1506383152" sldId="256"/>
            <ac:graphicFrameMk id="25" creationId="{1B0C2733-527C-D131-6045-BB7592C85922}"/>
          </ac:graphicFrameMkLst>
        </pc:graphicFrameChg>
        <pc:picChg chg="mod">
          <ac:chgData name="Payton Avery Berry" userId="d8641f71-bd00-46ef-808f-1ae669705f48" providerId="ADAL" clId="{EE51D3BE-8CD4-6140-8D64-EFB70C2F18CB}" dt="2026-04-25T14:01:02.684" v="327" actId="1076"/>
          <ac:picMkLst>
            <pc:docMk/>
            <pc:sldMk cId="1506383152" sldId="256"/>
            <ac:picMk id="17" creationId="{FEA7B8DF-9B61-1D83-300B-24285952447B}"/>
          </ac:picMkLst>
        </pc:picChg>
        <pc:picChg chg="mod">
          <ac:chgData name="Payton Avery Berry" userId="d8641f71-bd00-46ef-808f-1ae669705f48" providerId="ADAL" clId="{EE51D3BE-8CD4-6140-8D64-EFB70C2F18CB}" dt="2026-04-25T14:01:12.168" v="329" actId="1076"/>
          <ac:picMkLst>
            <pc:docMk/>
            <pc:sldMk cId="1506383152" sldId="256"/>
            <ac:picMk id="19" creationId="{EA1F83CC-E004-C801-909B-A575144037D3}"/>
          </ac:picMkLst>
        </pc:picChg>
        <pc:picChg chg="add mod">
          <ac:chgData name="Payton Avery Berry" userId="d8641f71-bd00-46ef-808f-1ae669705f48" providerId="ADAL" clId="{EE51D3BE-8CD4-6140-8D64-EFB70C2F18CB}" dt="2026-04-23T14:42:57.027" v="231" actId="14100"/>
          <ac:picMkLst>
            <pc:docMk/>
            <pc:sldMk cId="1506383152" sldId="256"/>
            <ac:picMk id="28" creationId="{206A56E6-379A-881D-F485-25565DB382CC}"/>
          </ac:picMkLst>
        </pc:picChg>
        <pc:picChg chg="add mod">
          <ac:chgData name="Payton Avery Berry" userId="d8641f71-bd00-46ef-808f-1ae669705f48" providerId="ADAL" clId="{EE51D3BE-8CD4-6140-8D64-EFB70C2F18CB}" dt="2026-04-25T14:00:42.284" v="323" actId="1076"/>
          <ac:picMkLst>
            <pc:docMk/>
            <pc:sldMk cId="1506383152" sldId="256"/>
            <ac:picMk id="33" creationId="{76852561-1C67-6CFA-AB8A-CF30F4B3595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195E68-FE87-6945-8659-528B29D131CE}" type="datetimeFigureOut">
              <a:t>4/21/26</a:t>
            </a:fld>
            <a:endParaRPr lang="en-US"/>
          </a:p>
        </p:txBody>
      </p:sp>
      <p:sp>
        <p:nvSpPr>
          <p:cNvPr id="4" name="Slide Image Placeholder 3"/>
          <p:cNvSpPr>
            <a:spLocks noGrp="1" noRot="1" noChangeAspect="1"/>
          </p:cNvSpPr>
          <p:nvPr>
            <p:ph type="sldImg" idx="2"/>
          </p:nvPr>
        </p:nvSpPr>
        <p:spPr>
          <a:xfrm>
            <a:off x="2349500" y="1143000"/>
            <a:ext cx="21590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FB165-1881-FF43-BD09-C4B312112F16}" type="slidenum">
              <a:t>‹#›</a:t>
            </a:fld>
            <a:endParaRPr lang="en-US"/>
          </a:p>
        </p:txBody>
      </p:sp>
    </p:spTree>
    <p:extLst>
      <p:ext uri="{BB962C8B-B14F-4D97-AF65-F5344CB8AC3E}">
        <p14:creationId xmlns:p14="http://schemas.microsoft.com/office/powerpoint/2010/main" val="1604008015"/>
      </p:ext>
    </p:extLst>
  </p:cSld>
  <p:clrMap bg1="lt1" tx1="dk1" bg2="lt2" tx2="dk2" accent1="accent1" accent2="accent2" accent3="accent3" accent4="accent4" accent5="accent5" accent6="accent6" hlink="hlink" folHlink="folHlink"/>
  <p:notesStyle>
    <a:lvl1pPr marL="0" algn="l" defTabSz="3730659" rtl="0" eaLnBrk="1" latinLnBrk="0" hangingPunct="1">
      <a:defRPr sz="4896" kern="1200">
        <a:solidFill>
          <a:schemeClr val="tx1"/>
        </a:solidFill>
        <a:latin typeface="+mn-lt"/>
        <a:ea typeface="+mn-ea"/>
        <a:cs typeface="+mn-cs"/>
      </a:defRPr>
    </a:lvl1pPr>
    <a:lvl2pPr marL="1865330" algn="l" defTabSz="3730659" rtl="0" eaLnBrk="1" latinLnBrk="0" hangingPunct="1">
      <a:defRPr sz="4896" kern="1200">
        <a:solidFill>
          <a:schemeClr val="tx1"/>
        </a:solidFill>
        <a:latin typeface="+mn-lt"/>
        <a:ea typeface="+mn-ea"/>
        <a:cs typeface="+mn-cs"/>
      </a:defRPr>
    </a:lvl2pPr>
    <a:lvl3pPr marL="3730659" algn="l" defTabSz="3730659" rtl="0" eaLnBrk="1" latinLnBrk="0" hangingPunct="1">
      <a:defRPr sz="4896" kern="1200">
        <a:solidFill>
          <a:schemeClr val="tx1"/>
        </a:solidFill>
        <a:latin typeface="+mn-lt"/>
        <a:ea typeface="+mn-ea"/>
        <a:cs typeface="+mn-cs"/>
      </a:defRPr>
    </a:lvl3pPr>
    <a:lvl4pPr marL="5595989" algn="l" defTabSz="3730659" rtl="0" eaLnBrk="1" latinLnBrk="0" hangingPunct="1">
      <a:defRPr sz="4896" kern="1200">
        <a:solidFill>
          <a:schemeClr val="tx1"/>
        </a:solidFill>
        <a:latin typeface="+mn-lt"/>
        <a:ea typeface="+mn-ea"/>
        <a:cs typeface="+mn-cs"/>
      </a:defRPr>
    </a:lvl4pPr>
    <a:lvl5pPr marL="7461316" algn="l" defTabSz="3730659" rtl="0" eaLnBrk="1" latinLnBrk="0" hangingPunct="1">
      <a:defRPr sz="4896" kern="1200">
        <a:solidFill>
          <a:schemeClr val="tx1"/>
        </a:solidFill>
        <a:latin typeface="+mn-lt"/>
        <a:ea typeface="+mn-ea"/>
        <a:cs typeface="+mn-cs"/>
      </a:defRPr>
    </a:lvl5pPr>
    <a:lvl6pPr marL="9326646" algn="l" defTabSz="3730659" rtl="0" eaLnBrk="1" latinLnBrk="0" hangingPunct="1">
      <a:defRPr sz="4896" kern="1200">
        <a:solidFill>
          <a:schemeClr val="tx1"/>
        </a:solidFill>
        <a:latin typeface="+mn-lt"/>
        <a:ea typeface="+mn-ea"/>
        <a:cs typeface="+mn-cs"/>
      </a:defRPr>
    </a:lvl6pPr>
    <a:lvl7pPr marL="11191976" algn="l" defTabSz="3730659" rtl="0" eaLnBrk="1" latinLnBrk="0" hangingPunct="1">
      <a:defRPr sz="4896" kern="1200">
        <a:solidFill>
          <a:schemeClr val="tx1"/>
        </a:solidFill>
        <a:latin typeface="+mn-lt"/>
        <a:ea typeface="+mn-ea"/>
        <a:cs typeface="+mn-cs"/>
      </a:defRPr>
    </a:lvl7pPr>
    <a:lvl8pPr marL="13057305" algn="l" defTabSz="3730659" rtl="0" eaLnBrk="1" latinLnBrk="0" hangingPunct="1">
      <a:defRPr sz="4896" kern="1200">
        <a:solidFill>
          <a:schemeClr val="tx1"/>
        </a:solidFill>
        <a:latin typeface="+mn-lt"/>
        <a:ea typeface="+mn-ea"/>
        <a:cs typeface="+mn-cs"/>
      </a:defRPr>
    </a:lvl8pPr>
    <a:lvl9pPr marL="14922635" algn="l" defTabSz="3730659" rtl="0" eaLnBrk="1" latinLnBrk="0" hangingPunct="1">
      <a:defRPr sz="489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55FB165-1881-FF43-BD09-C4B312112F16}" type="slidenum">
              <a:t>1</a:t>
            </a:fld>
            <a:endParaRPr lang="en-US"/>
          </a:p>
        </p:txBody>
      </p:sp>
    </p:spTree>
    <p:extLst>
      <p:ext uri="{BB962C8B-B14F-4D97-AF65-F5344CB8AC3E}">
        <p14:creationId xmlns:p14="http://schemas.microsoft.com/office/powerpoint/2010/main" val="1200487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00300" y="7482420"/>
            <a:ext cx="27203400" cy="15917333"/>
          </a:xfrm>
        </p:spPr>
        <p:txBody>
          <a:bodyPr anchor="b"/>
          <a:lstStyle>
            <a:lvl1pPr algn="ctr">
              <a:defRPr sz="21000"/>
            </a:lvl1pPr>
          </a:lstStyle>
          <a:p>
            <a:r>
              <a:rPr lang="en-US" dirty="0"/>
              <a:t>Click to edit Master title style</a:t>
            </a:r>
          </a:p>
        </p:txBody>
      </p:sp>
      <p:sp>
        <p:nvSpPr>
          <p:cNvPr id="3" name="Subtitle 2"/>
          <p:cNvSpPr>
            <a:spLocks noGrp="1"/>
          </p:cNvSpPr>
          <p:nvPr>
            <p:ph type="subTitle" idx="1"/>
          </p:nvPr>
        </p:nvSpPr>
        <p:spPr>
          <a:xfrm>
            <a:off x="4000500" y="24013587"/>
            <a:ext cx="24003000" cy="11038413"/>
          </a:xfrm>
        </p:spPr>
        <p:txBody>
          <a:bodyPr/>
          <a:lstStyle>
            <a:lvl1pPr marL="0" indent="0" algn="ctr">
              <a:buNone/>
              <a:defRPr sz="8400"/>
            </a:lvl1pPr>
            <a:lvl2pPr marL="1600200" indent="0" algn="ctr">
              <a:buNone/>
              <a:defRPr sz="7000"/>
            </a:lvl2pPr>
            <a:lvl3pPr marL="3200400" indent="0" algn="ctr">
              <a:buNone/>
              <a:defRPr sz="6300"/>
            </a:lvl3pPr>
            <a:lvl4pPr marL="4800600" indent="0" algn="ctr">
              <a:buNone/>
              <a:defRPr sz="5600"/>
            </a:lvl4pPr>
            <a:lvl5pPr marL="6400800" indent="0" algn="ctr">
              <a:buNone/>
              <a:defRPr sz="5600"/>
            </a:lvl5pPr>
            <a:lvl6pPr marL="8001000" indent="0" algn="ctr">
              <a:buNone/>
              <a:defRPr sz="5600"/>
            </a:lvl6pPr>
            <a:lvl7pPr marL="9601200" indent="0" algn="ctr">
              <a:buNone/>
              <a:defRPr sz="5600"/>
            </a:lvl7pPr>
            <a:lvl8pPr marL="11201400" indent="0" algn="ctr">
              <a:buNone/>
              <a:defRPr sz="5600"/>
            </a:lvl8pPr>
            <a:lvl9pPr marL="12801600" indent="0" algn="ctr">
              <a:buNone/>
              <a:defRPr sz="5600"/>
            </a:lvl9pPr>
          </a:lstStyle>
          <a:p>
            <a:r>
              <a:rPr lang="en-US" dirty="0"/>
              <a:t>Click to edit Master subtitle style</a:t>
            </a:r>
          </a:p>
        </p:txBody>
      </p:sp>
      <p:sp>
        <p:nvSpPr>
          <p:cNvPr id="4" name="Date Placeholder 3"/>
          <p:cNvSpPr>
            <a:spLocks noGrp="1"/>
          </p:cNvSpPr>
          <p:nvPr>
            <p:ph type="dt" sz="half" idx="10"/>
          </p:nvPr>
        </p:nvSpPr>
        <p:spPr/>
        <p:txBody>
          <a:bodyPr/>
          <a:lstStyle/>
          <a:p>
            <a:fld id="{AA1FA653-1216-D441-A492-0A771C6B69E9}" type="datetimeFigureOut">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99BF26-BE59-D945-B821-9CEB2BCE86BC}" type="slidenum">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A1FA653-1216-D441-A492-0A771C6B69E9}" type="datetimeFigureOut">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99BF26-BE59-D945-B821-9CEB2BCE86BC}" type="slidenum">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183608" y="11398263"/>
            <a:ext cx="27603450" cy="19018247"/>
          </a:xfrm>
        </p:spPr>
        <p:txBody>
          <a:bodyPr anchor="b"/>
          <a:lstStyle>
            <a:lvl1pPr>
              <a:defRPr sz="21000"/>
            </a:lvl1pPr>
          </a:lstStyle>
          <a:p>
            <a:r>
              <a:rPr lang="en-US" dirty="0"/>
              <a:t>Click to edit Master title style</a:t>
            </a:r>
          </a:p>
        </p:txBody>
      </p:sp>
      <p:sp>
        <p:nvSpPr>
          <p:cNvPr id="3" name="Text Placeholder 2"/>
          <p:cNvSpPr>
            <a:spLocks noGrp="1"/>
          </p:cNvSpPr>
          <p:nvPr>
            <p:ph type="body" idx="1"/>
          </p:nvPr>
        </p:nvSpPr>
        <p:spPr>
          <a:xfrm>
            <a:off x="2183608" y="30596430"/>
            <a:ext cx="27603450" cy="10001247"/>
          </a:xfrm>
        </p:spPr>
        <p:txBody>
          <a:bodyPr/>
          <a:lstStyle>
            <a:lvl1pPr marL="0" indent="0">
              <a:buNone/>
              <a:defRPr sz="8400">
                <a:solidFill>
                  <a:schemeClr val="tx1"/>
                </a:solidFill>
              </a:defRPr>
            </a:lvl1pPr>
            <a:lvl2pPr marL="1600200" indent="0">
              <a:buNone/>
              <a:defRPr sz="7000">
                <a:solidFill>
                  <a:schemeClr val="tx1">
                    <a:tint val="75000"/>
                  </a:schemeClr>
                </a:solidFill>
              </a:defRPr>
            </a:lvl2pPr>
            <a:lvl3pPr marL="3200400" indent="0">
              <a:buNone/>
              <a:defRPr sz="6300">
                <a:solidFill>
                  <a:schemeClr val="tx1">
                    <a:tint val="75000"/>
                  </a:schemeClr>
                </a:solidFill>
              </a:defRPr>
            </a:lvl3pPr>
            <a:lvl4pPr marL="4800600" indent="0">
              <a:buNone/>
              <a:defRPr sz="5600">
                <a:solidFill>
                  <a:schemeClr val="tx1">
                    <a:tint val="75000"/>
                  </a:schemeClr>
                </a:solidFill>
              </a:defRPr>
            </a:lvl4pPr>
            <a:lvl5pPr marL="6400800" indent="0">
              <a:buNone/>
              <a:defRPr sz="5600">
                <a:solidFill>
                  <a:schemeClr val="tx1">
                    <a:tint val="75000"/>
                  </a:schemeClr>
                </a:solidFill>
              </a:defRPr>
            </a:lvl5pPr>
            <a:lvl6pPr marL="8001000" indent="0">
              <a:buNone/>
              <a:defRPr sz="5600">
                <a:solidFill>
                  <a:schemeClr val="tx1">
                    <a:tint val="75000"/>
                  </a:schemeClr>
                </a:solidFill>
              </a:defRPr>
            </a:lvl6pPr>
            <a:lvl7pPr marL="9601200" indent="0">
              <a:buNone/>
              <a:defRPr sz="5600">
                <a:solidFill>
                  <a:schemeClr val="tx1">
                    <a:tint val="75000"/>
                  </a:schemeClr>
                </a:solidFill>
              </a:defRPr>
            </a:lvl7pPr>
            <a:lvl8pPr marL="11201400" indent="0">
              <a:buNone/>
              <a:defRPr sz="5600">
                <a:solidFill>
                  <a:schemeClr val="tx1">
                    <a:tint val="75000"/>
                  </a:schemeClr>
                </a:solidFill>
              </a:defRPr>
            </a:lvl8pPr>
            <a:lvl9pPr marL="12801600" indent="0">
              <a:buNone/>
              <a:defRPr sz="5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AA1FA653-1216-D441-A492-0A771C6B69E9}" type="datetimeFigureOut">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99BF26-BE59-D945-B821-9CEB2BCE86BC}" type="slidenum">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2200275" y="12170833"/>
            <a:ext cx="13601700" cy="290089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16202025" y="12170833"/>
            <a:ext cx="13601700" cy="290089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AA1FA653-1216-D441-A492-0A771C6B69E9}" type="datetimeFigureOut">
              <a:t>4/21/26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99BF26-BE59-D945-B821-9CEB2BCE86BC}" type="slidenum">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04443" y="2434177"/>
            <a:ext cx="27603450" cy="8837087"/>
          </a:xfrm>
        </p:spPr>
        <p:txBody>
          <a:bodyPr/>
          <a:lstStyle/>
          <a:p>
            <a:r>
              <a:rPr lang="en-US" dirty="0"/>
              <a:t>Click to edit Master title style</a:t>
            </a:r>
          </a:p>
        </p:txBody>
      </p:sp>
      <p:sp>
        <p:nvSpPr>
          <p:cNvPr id="3" name="Text Placeholder 2"/>
          <p:cNvSpPr>
            <a:spLocks noGrp="1"/>
          </p:cNvSpPr>
          <p:nvPr>
            <p:ph type="body" idx="1"/>
          </p:nvPr>
        </p:nvSpPr>
        <p:spPr>
          <a:xfrm>
            <a:off x="2204447" y="11207753"/>
            <a:ext cx="13539190" cy="5492747"/>
          </a:xfrm>
        </p:spPr>
        <p:txBody>
          <a:bodyPr anchor="b"/>
          <a:lstStyle>
            <a:lvl1pPr marL="0" indent="0">
              <a:buNone/>
              <a:defRPr sz="8400" b="1"/>
            </a:lvl1pPr>
            <a:lvl2pPr marL="1600200" indent="0">
              <a:buNone/>
              <a:defRPr sz="7000" b="1"/>
            </a:lvl2pPr>
            <a:lvl3pPr marL="3200400" indent="0">
              <a:buNone/>
              <a:defRPr sz="6300" b="1"/>
            </a:lvl3pPr>
            <a:lvl4pPr marL="4800600" indent="0">
              <a:buNone/>
              <a:defRPr sz="5600" b="1"/>
            </a:lvl4pPr>
            <a:lvl5pPr marL="6400800" indent="0">
              <a:buNone/>
              <a:defRPr sz="5600" b="1"/>
            </a:lvl5pPr>
            <a:lvl6pPr marL="8001000" indent="0">
              <a:buNone/>
              <a:defRPr sz="5600" b="1"/>
            </a:lvl6pPr>
            <a:lvl7pPr marL="9601200" indent="0">
              <a:buNone/>
              <a:defRPr sz="5600" b="1"/>
            </a:lvl7pPr>
            <a:lvl8pPr marL="11201400" indent="0">
              <a:buNone/>
              <a:defRPr sz="5600" b="1"/>
            </a:lvl8pPr>
            <a:lvl9pPr marL="12801600" indent="0">
              <a:buNone/>
              <a:defRPr sz="5600" b="1"/>
            </a:lvl9pPr>
          </a:lstStyle>
          <a:p>
            <a:pPr lvl="0"/>
            <a:r>
              <a:rPr lang="en-US" dirty="0"/>
              <a:t>Click to edit Master text styles</a:t>
            </a:r>
          </a:p>
        </p:txBody>
      </p:sp>
      <p:sp>
        <p:nvSpPr>
          <p:cNvPr id="4" name="Content Placeholder 3"/>
          <p:cNvSpPr>
            <a:spLocks noGrp="1"/>
          </p:cNvSpPr>
          <p:nvPr>
            <p:ph sz="half" idx="2"/>
          </p:nvPr>
        </p:nvSpPr>
        <p:spPr>
          <a:xfrm>
            <a:off x="2204447" y="16700500"/>
            <a:ext cx="13539190" cy="245639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16202027" y="11207753"/>
            <a:ext cx="13605869" cy="5492747"/>
          </a:xfrm>
        </p:spPr>
        <p:txBody>
          <a:bodyPr anchor="b"/>
          <a:lstStyle>
            <a:lvl1pPr marL="0" indent="0">
              <a:buNone/>
              <a:defRPr sz="8400" b="1"/>
            </a:lvl1pPr>
            <a:lvl2pPr marL="1600200" indent="0">
              <a:buNone/>
              <a:defRPr sz="7000" b="1"/>
            </a:lvl2pPr>
            <a:lvl3pPr marL="3200400" indent="0">
              <a:buNone/>
              <a:defRPr sz="6300" b="1"/>
            </a:lvl3pPr>
            <a:lvl4pPr marL="4800600" indent="0">
              <a:buNone/>
              <a:defRPr sz="5600" b="1"/>
            </a:lvl4pPr>
            <a:lvl5pPr marL="6400800" indent="0">
              <a:buNone/>
              <a:defRPr sz="5600" b="1"/>
            </a:lvl5pPr>
            <a:lvl6pPr marL="8001000" indent="0">
              <a:buNone/>
              <a:defRPr sz="5600" b="1"/>
            </a:lvl6pPr>
            <a:lvl7pPr marL="9601200" indent="0">
              <a:buNone/>
              <a:defRPr sz="5600" b="1"/>
            </a:lvl7pPr>
            <a:lvl8pPr marL="11201400" indent="0">
              <a:buNone/>
              <a:defRPr sz="5600" b="1"/>
            </a:lvl8pPr>
            <a:lvl9pPr marL="12801600" indent="0">
              <a:buNone/>
              <a:defRPr sz="5600" b="1"/>
            </a:lvl9pPr>
          </a:lstStyle>
          <a:p>
            <a:pPr lvl="0"/>
            <a:r>
              <a:rPr lang="en-US" dirty="0"/>
              <a:t>Click to edit Master text styles</a:t>
            </a:r>
          </a:p>
        </p:txBody>
      </p:sp>
      <p:sp>
        <p:nvSpPr>
          <p:cNvPr id="6" name="Content Placeholder 5"/>
          <p:cNvSpPr>
            <a:spLocks noGrp="1"/>
          </p:cNvSpPr>
          <p:nvPr>
            <p:ph sz="quarter" idx="4"/>
          </p:nvPr>
        </p:nvSpPr>
        <p:spPr>
          <a:xfrm>
            <a:off x="16202027" y="16700500"/>
            <a:ext cx="13605869" cy="2456392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AA1FA653-1216-D441-A492-0A771C6B69E9}" type="datetimeFigureOut">
              <a:t>4/21/26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99BF26-BE59-D945-B821-9CEB2BCE86BC}" type="slidenum">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AA1FA653-1216-D441-A492-0A771C6B69E9}" type="datetimeFigureOut">
              <a:t>4/21/26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99BF26-BE59-D945-B821-9CEB2BCE86BC}" type="slidenum">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1FA653-1216-D441-A492-0A771C6B69E9}" type="datetimeFigureOut">
              <a:t>4/21/26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99BF26-BE59-D945-B821-9CEB2BCE86BC}" type="slidenum">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04444" y="3048000"/>
            <a:ext cx="10322123" cy="10668000"/>
          </a:xfrm>
        </p:spPr>
        <p:txBody>
          <a:bodyPr anchor="b"/>
          <a:lstStyle>
            <a:lvl1pPr>
              <a:defRPr sz="11200"/>
            </a:lvl1pPr>
          </a:lstStyle>
          <a:p>
            <a:r>
              <a:rPr lang="en-US" dirty="0"/>
              <a:t>Click to edit Master title style</a:t>
            </a:r>
          </a:p>
        </p:txBody>
      </p:sp>
      <p:sp>
        <p:nvSpPr>
          <p:cNvPr id="3" name="Content Placeholder 2"/>
          <p:cNvSpPr>
            <a:spLocks noGrp="1"/>
          </p:cNvSpPr>
          <p:nvPr>
            <p:ph idx="1"/>
          </p:nvPr>
        </p:nvSpPr>
        <p:spPr>
          <a:xfrm>
            <a:off x="13605869" y="6582844"/>
            <a:ext cx="16202025" cy="32490833"/>
          </a:xfrm>
        </p:spPr>
        <p:txBody>
          <a:bodyPr/>
          <a:lstStyle>
            <a:lvl1pPr>
              <a:defRPr sz="11200"/>
            </a:lvl1pPr>
            <a:lvl2pPr>
              <a:defRPr sz="9800"/>
            </a:lvl2pPr>
            <a:lvl3pPr>
              <a:defRPr sz="8400"/>
            </a:lvl3pPr>
            <a:lvl4pPr>
              <a:defRPr sz="7000"/>
            </a:lvl4pPr>
            <a:lvl5pPr>
              <a:defRPr sz="7000"/>
            </a:lvl5pPr>
            <a:lvl6pPr>
              <a:defRPr sz="7000"/>
            </a:lvl6pPr>
            <a:lvl7pPr>
              <a:defRPr sz="7000"/>
            </a:lvl7pPr>
            <a:lvl8pPr>
              <a:defRPr sz="7000"/>
            </a:lvl8pPr>
            <a:lvl9pPr>
              <a:defRPr sz="7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2204444" y="13716000"/>
            <a:ext cx="10322123" cy="25410587"/>
          </a:xfrm>
        </p:spPr>
        <p:txBody>
          <a:bodyPr/>
          <a:lstStyle>
            <a:lvl1pPr marL="0" indent="0">
              <a:buNone/>
              <a:defRPr sz="5600"/>
            </a:lvl1pPr>
            <a:lvl2pPr marL="1600200" indent="0">
              <a:buNone/>
              <a:defRPr sz="4900"/>
            </a:lvl2pPr>
            <a:lvl3pPr marL="3200400" indent="0">
              <a:buNone/>
              <a:defRPr sz="4200"/>
            </a:lvl3pPr>
            <a:lvl4pPr marL="4800600" indent="0">
              <a:buNone/>
              <a:defRPr sz="3500"/>
            </a:lvl4pPr>
            <a:lvl5pPr marL="6400800" indent="0">
              <a:buNone/>
              <a:defRPr sz="3500"/>
            </a:lvl5pPr>
            <a:lvl6pPr marL="8001000" indent="0">
              <a:buNone/>
              <a:defRPr sz="3500"/>
            </a:lvl6pPr>
            <a:lvl7pPr marL="9601200" indent="0">
              <a:buNone/>
              <a:defRPr sz="3500"/>
            </a:lvl7pPr>
            <a:lvl8pPr marL="11201400" indent="0">
              <a:buNone/>
              <a:defRPr sz="3500"/>
            </a:lvl8pPr>
            <a:lvl9pPr marL="12801600" indent="0">
              <a:buNone/>
              <a:defRPr sz="35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AA1FA653-1216-D441-A492-0A771C6B69E9}" type="datetimeFigureOut">
              <a:t>4/21/26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99BF26-BE59-D945-B821-9CEB2BCE86BC}" type="slidenum">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04444" y="3048000"/>
            <a:ext cx="10322123" cy="10668000"/>
          </a:xfrm>
        </p:spPr>
        <p:txBody>
          <a:bodyPr anchor="b"/>
          <a:lstStyle>
            <a:lvl1pPr>
              <a:defRPr sz="11200"/>
            </a:lvl1pPr>
          </a:lstStyle>
          <a:p>
            <a:r>
              <a:rPr lang="en-US" dirty="0"/>
              <a:t>Click to edit Master title style</a:t>
            </a:r>
          </a:p>
        </p:txBody>
      </p:sp>
      <p:sp>
        <p:nvSpPr>
          <p:cNvPr id="3" name="Picture Placeholder 2"/>
          <p:cNvSpPr>
            <a:spLocks noGrp="1" noChangeAspect="1"/>
          </p:cNvSpPr>
          <p:nvPr>
            <p:ph type="pic" idx="1"/>
          </p:nvPr>
        </p:nvSpPr>
        <p:spPr>
          <a:xfrm>
            <a:off x="13605869" y="6582844"/>
            <a:ext cx="16202025" cy="32490833"/>
          </a:xfrm>
        </p:spPr>
        <p:txBody>
          <a:bodyPr anchor="t"/>
          <a:lstStyle>
            <a:lvl1pPr marL="0" indent="0">
              <a:buNone/>
              <a:defRPr sz="11200"/>
            </a:lvl1pPr>
            <a:lvl2pPr marL="1600200" indent="0">
              <a:buNone/>
              <a:defRPr sz="9800"/>
            </a:lvl2pPr>
            <a:lvl3pPr marL="3200400" indent="0">
              <a:buNone/>
              <a:defRPr sz="8400"/>
            </a:lvl3pPr>
            <a:lvl4pPr marL="4800600" indent="0">
              <a:buNone/>
              <a:defRPr sz="7000"/>
            </a:lvl4pPr>
            <a:lvl5pPr marL="6400800" indent="0">
              <a:buNone/>
              <a:defRPr sz="7000"/>
            </a:lvl5pPr>
            <a:lvl6pPr marL="8001000" indent="0">
              <a:buNone/>
              <a:defRPr sz="7000"/>
            </a:lvl6pPr>
            <a:lvl7pPr marL="9601200" indent="0">
              <a:buNone/>
              <a:defRPr sz="7000"/>
            </a:lvl7pPr>
            <a:lvl8pPr marL="11201400" indent="0">
              <a:buNone/>
              <a:defRPr sz="7000"/>
            </a:lvl8pPr>
            <a:lvl9pPr marL="12801600" indent="0">
              <a:buNone/>
              <a:defRPr sz="7000"/>
            </a:lvl9pPr>
          </a:lstStyle>
          <a:p>
            <a:r>
              <a:rPr lang="en-US" dirty="0"/>
              <a:t>Drag picture to placeholder or click icon to add</a:t>
            </a:r>
          </a:p>
        </p:txBody>
      </p:sp>
      <p:sp>
        <p:nvSpPr>
          <p:cNvPr id="4" name="Text Placeholder 3"/>
          <p:cNvSpPr>
            <a:spLocks noGrp="1"/>
          </p:cNvSpPr>
          <p:nvPr>
            <p:ph type="body" sz="half" idx="2"/>
          </p:nvPr>
        </p:nvSpPr>
        <p:spPr>
          <a:xfrm>
            <a:off x="2204444" y="13716000"/>
            <a:ext cx="10322123" cy="25410587"/>
          </a:xfrm>
        </p:spPr>
        <p:txBody>
          <a:bodyPr/>
          <a:lstStyle>
            <a:lvl1pPr marL="0" indent="0">
              <a:buNone/>
              <a:defRPr sz="5600"/>
            </a:lvl1pPr>
            <a:lvl2pPr marL="1600200" indent="0">
              <a:buNone/>
              <a:defRPr sz="4900"/>
            </a:lvl2pPr>
            <a:lvl3pPr marL="3200400" indent="0">
              <a:buNone/>
              <a:defRPr sz="4200"/>
            </a:lvl3pPr>
            <a:lvl4pPr marL="4800600" indent="0">
              <a:buNone/>
              <a:defRPr sz="3500"/>
            </a:lvl4pPr>
            <a:lvl5pPr marL="6400800" indent="0">
              <a:buNone/>
              <a:defRPr sz="3500"/>
            </a:lvl5pPr>
            <a:lvl6pPr marL="8001000" indent="0">
              <a:buNone/>
              <a:defRPr sz="3500"/>
            </a:lvl6pPr>
            <a:lvl7pPr marL="9601200" indent="0">
              <a:buNone/>
              <a:defRPr sz="3500"/>
            </a:lvl7pPr>
            <a:lvl8pPr marL="11201400" indent="0">
              <a:buNone/>
              <a:defRPr sz="3500"/>
            </a:lvl8pPr>
            <a:lvl9pPr marL="12801600" indent="0">
              <a:buNone/>
              <a:defRPr sz="35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AA1FA653-1216-D441-A492-0A771C6B69E9}" type="datetimeFigureOut">
              <a:t>4/21/26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99BF26-BE59-D945-B821-9CEB2BCE86BC}" type="slidenum">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A1FA653-1216-D441-A492-0A771C6B69E9}" type="datetimeFigureOut">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99BF26-BE59-D945-B821-9CEB2BCE86BC}" type="slidenum">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2902864" y="2434167"/>
            <a:ext cx="6900863" cy="38745587"/>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2200277" y="2434167"/>
            <a:ext cx="20302538" cy="3874558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AA1FA653-1216-D441-A492-0A771C6B69E9}" type="datetimeFigureOut">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99BF26-BE59-D945-B821-9CEB2BCE86BC}" type="slidenum">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00275" y="2434177"/>
            <a:ext cx="27603450" cy="883708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2200275" y="12170833"/>
            <a:ext cx="27603450" cy="2900892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2200275" y="42375677"/>
            <a:ext cx="7200900" cy="2434167"/>
          </a:xfrm>
          <a:prstGeom prst="rect">
            <a:avLst/>
          </a:prstGeom>
        </p:spPr>
        <p:txBody>
          <a:bodyPr vert="horz" lIns="91440" tIns="45720" rIns="91440" bIns="45720" rtlCol="0" anchor="ctr"/>
          <a:lstStyle>
            <a:lvl1pPr algn="l">
              <a:defRPr sz="4200">
                <a:solidFill>
                  <a:schemeClr val="tx1">
                    <a:tint val="75000"/>
                  </a:schemeClr>
                </a:solidFill>
              </a:defRPr>
            </a:lvl1pPr>
          </a:lstStyle>
          <a:p>
            <a:fld id="{AA1FA653-1216-D441-A492-0A771C6B69E9}" type="datetimeFigureOut">
              <a:t>4/21/26</a:t>
            </a:fld>
            <a:endParaRPr lang="en-US"/>
          </a:p>
        </p:txBody>
      </p:sp>
      <p:sp>
        <p:nvSpPr>
          <p:cNvPr id="5" name="Footer Placeholder 4"/>
          <p:cNvSpPr>
            <a:spLocks noGrp="1"/>
          </p:cNvSpPr>
          <p:nvPr>
            <p:ph type="ftr" sz="quarter" idx="3"/>
          </p:nvPr>
        </p:nvSpPr>
        <p:spPr>
          <a:xfrm>
            <a:off x="10601325" y="42375677"/>
            <a:ext cx="10801350" cy="2434167"/>
          </a:xfrm>
          <a:prstGeom prst="rect">
            <a:avLst/>
          </a:prstGeom>
        </p:spPr>
        <p:txBody>
          <a:bodyPr vert="horz" lIns="91440" tIns="45720" rIns="91440" bIns="45720" rtlCol="0" anchor="ctr"/>
          <a:lstStyle>
            <a:lvl1pPr algn="ctr">
              <a:defRPr sz="4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2602825" y="42375677"/>
            <a:ext cx="7200900" cy="2434167"/>
          </a:xfrm>
          <a:prstGeom prst="rect">
            <a:avLst/>
          </a:prstGeom>
        </p:spPr>
        <p:txBody>
          <a:bodyPr vert="horz" lIns="91440" tIns="45720" rIns="91440" bIns="45720" rtlCol="0" anchor="ctr"/>
          <a:lstStyle>
            <a:lvl1pPr algn="r">
              <a:defRPr sz="4200">
                <a:solidFill>
                  <a:schemeClr val="tx1">
                    <a:tint val="75000"/>
                  </a:schemeClr>
                </a:solidFill>
              </a:defRPr>
            </a:lvl1pPr>
          </a:lstStyle>
          <a:p>
            <a:fld id="{4F99BF26-BE59-D945-B821-9CEB2BCE86BC}" type="slidenum">
              <a:t>‹#›</a:t>
            </a:fld>
            <a:endParaRPr lang="en-US"/>
          </a:p>
        </p:txBody>
      </p:sp>
    </p:spTree>
    <p:extLst>
      <p:ext uri="{BB962C8B-B14F-4D97-AF65-F5344CB8AC3E}">
        <p14:creationId xmlns:p14="http://schemas.microsoft.com/office/powerpoint/2010/main" val="154069484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3200400" rtl="0" eaLnBrk="1" latinLnBrk="0" hangingPunct="1">
        <a:lnSpc>
          <a:spcPct val="90000"/>
        </a:lnSpc>
        <a:spcBef>
          <a:spcPct val="0"/>
        </a:spcBef>
        <a:buNone/>
        <a:defRPr sz="15400" kern="1200">
          <a:solidFill>
            <a:schemeClr val="tx1"/>
          </a:solidFill>
          <a:latin typeface="+mj-lt"/>
          <a:ea typeface="+mj-ea"/>
          <a:cs typeface="+mj-cs"/>
        </a:defRPr>
      </a:lvl1pPr>
    </p:titleStyle>
    <p:bodyStyle>
      <a:lvl1pPr marL="800100" indent="-800100" algn="l" defTabSz="3200400" rtl="0" eaLnBrk="1" latinLnBrk="0" hangingPunct="1">
        <a:lnSpc>
          <a:spcPct val="90000"/>
        </a:lnSpc>
        <a:spcBef>
          <a:spcPts val="3500"/>
        </a:spcBef>
        <a:buFont typeface="Arial" panose="020B0604020202020204" pitchFamily="34" charset="0"/>
        <a:buChar char="•"/>
        <a:defRPr sz="9800" kern="1200">
          <a:solidFill>
            <a:schemeClr val="tx1"/>
          </a:solidFill>
          <a:latin typeface="+mn-lt"/>
          <a:ea typeface="+mn-ea"/>
          <a:cs typeface="+mn-cs"/>
        </a:defRPr>
      </a:lvl1pPr>
      <a:lvl2pPr marL="2400300" indent="-800100" algn="l" defTabSz="3200400" rtl="0" eaLnBrk="1" latinLnBrk="0" hangingPunct="1">
        <a:lnSpc>
          <a:spcPct val="90000"/>
        </a:lnSpc>
        <a:spcBef>
          <a:spcPts val="1750"/>
        </a:spcBef>
        <a:buFont typeface="Arial" panose="020B0604020202020204" pitchFamily="34" charset="0"/>
        <a:buChar char="•"/>
        <a:defRPr sz="8400" kern="1200">
          <a:solidFill>
            <a:schemeClr val="tx1"/>
          </a:solidFill>
          <a:latin typeface="+mn-lt"/>
          <a:ea typeface="+mn-ea"/>
          <a:cs typeface="+mn-cs"/>
        </a:defRPr>
      </a:lvl2pPr>
      <a:lvl3pPr marL="4000500" indent="-800100" algn="l" defTabSz="3200400" rtl="0" eaLnBrk="1" latinLnBrk="0" hangingPunct="1">
        <a:lnSpc>
          <a:spcPct val="90000"/>
        </a:lnSpc>
        <a:spcBef>
          <a:spcPts val="1750"/>
        </a:spcBef>
        <a:buFont typeface="Arial" panose="020B0604020202020204" pitchFamily="34" charset="0"/>
        <a:buChar char="•"/>
        <a:defRPr sz="7000" kern="1200">
          <a:solidFill>
            <a:schemeClr val="tx1"/>
          </a:solidFill>
          <a:latin typeface="+mn-lt"/>
          <a:ea typeface="+mn-ea"/>
          <a:cs typeface="+mn-cs"/>
        </a:defRPr>
      </a:lvl3pPr>
      <a:lvl4pPr marL="5600700" indent="-800100" algn="l" defTabSz="3200400" rtl="0" eaLnBrk="1" latinLnBrk="0" hangingPunct="1">
        <a:lnSpc>
          <a:spcPct val="90000"/>
        </a:lnSpc>
        <a:spcBef>
          <a:spcPts val="1750"/>
        </a:spcBef>
        <a:buFont typeface="Arial" panose="020B0604020202020204" pitchFamily="34" charset="0"/>
        <a:buChar char="•"/>
        <a:defRPr sz="6300" kern="1200">
          <a:solidFill>
            <a:schemeClr val="tx1"/>
          </a:solidFill>
          <a:latin typeface="+mn-lt"/>
          <a:ea typeface="+mn-ea"/>
          <a:cs typeface="+mn-cs"/>
        </a:defRPr>
      </a:lvl4pPr>
      <a:lvl5pPr marL="7200900" indent="-800100" algn="l" defTabSz="3200400" rtl="0" eaLnBrk="1" latinLnBrk="0" hangingPunct="1">
        <a:lnSpc>
          <a:spcPct val="90000"/>
        </a:lnSpc>
        <a:spcBef>
          <a:spcPts val="1750"/>
        </a:spcBef>
        <a:buFont typeface="Arial" panose="020B0604020202020204" pitchFamily="34" charset="0"/>
        <a:buChar char="•"/>
        <a:defRPr sz="6300" kern="1200">
          <a:solidFill>
            <a:schemeClr val="tx1"/>
          </a:solidFill>
          <a:latin typeface="+mn-lt"/>
          <a:ea typeface="+mn-ea"/>
          <a:cs typeface="+mn-cs"/>
        </a:defRPr>
      </a:lvl5pPr>
      <a:lvl6pPr marL="8801100" indent="-800100" algn="l" defTabSz="3200400" rtl="0" eaLnBrk="1" latinLnBrk="0" hangingPunct="1">
        <a:lnSpc>
          <a:spcPct val="90000"/>
        </a:lnSpc>
        <a:spcBef>
          <a:spcPts val="1750"/>
        </a:spcBef>
        <a:buFont typeface="Arial" panose="020B0604020202020204" pitchFamily="34" charset="0"/>
        <a:buChar char="•"/>
        <a:defRPr sz="6300" kern="1200">
          <a:solidFill>
            <a:schemeClr val="tx1"/>
          </a:solidFill>
          <a:latin typeface="+mn-lt"/>
          <a:ea typeface="+mn-ea"/>
          <a:cs typeface="+mn-cs"/>
        </a:defRPr>
      </a:lvl6pPr>
      <a:lvl7pPr marL="10401300" indent="-800100" algn="l" defTabSz="3200400" rtl="0" eaLnBrk="1" latinLnBrk="0" hangingPunct="1">
        <a:lnSpc>
          <a:spcPct val="90000"/>
        </a:lnSpc>
        <a:spcBef>
          <a:spcPts val="1750"/>
        </a:spcBef>
        <a:buFont typeface="Arial" panose="020B0604020202020204" pitchFamily="34" charset="0"/>
        <a:buChar char="•"/>
        <a:defRPr sz="6300" kern="1200">
          <a:solidFill>
            <a:schemeClr val="tx1"/>
          </a:solidFill>
          <a:latin typeface="+mn-lt"/>
          <a:ea typeface="+mn-ea"/>
          <a:cs typeface="+mn-cs"/>
        </a:defRPr>
      </a:lvl7pPr>
      <a:lvl8pPr marL="12001500" indent="-800100" algn="l" defTabSz="3200400" rtl="0" eaLnBrk="1" latinLnBrk="0" hangingPunct="1">
        <a:lnSpc>
          <a:spcPct val="90000"/>
        </a:lnSpc>
        <a:spcBef>
          <a:spcPts val="1750"/>
        </a:spcBef>
        <a:buFont typeface="Arial" panose="020B0604020202020204" pitchFamily="34" charset="0"/>
        <a:buChar char="•"/>
        <a:defRPr sz="6300" kern="1200">
          <a:solidFill>
            <a:schemeClr val="tx1"/>
          </a:solidFill>
          <a:latin typeface="+mn-lt"/>
          <a:ea typeface="+mn-ea"/>
          <a:cs typeface="+mn-cs"/>
        </a:defRPr>
      </a:lvl8pPr>
      <a:lvl9pPr marL="13601700" indent="-800100" algn="l" defTabSz="3200400" rtl="0" eaLnBrk="1" latinLnBrk="0" hangingPunct="1">
        <a:lnSpc>
          <a:spcPct val="90000"/>
        </a:lnSpc>
        <a:spcBef>
          <a:spcPts val="1750"/>
        </a:spcBef>
        <a:buFont typeface="Arial" panose="020B0604020202020204" pitchFamily="34" charset="0"/>
        <a:buChar char="•"/>
        <a:defRPr sz="6300" kern="1200">
          <a:solidFill>
            <a:schemeClr val="tx1"/>
          </a:solidFill>
          <a:latin typeface="+mn-lt"/>
          <a:ea typeface="+mn-ea"/>
          <a:cs typeface="+mn-cs"/>
        </a:defRPr>
      </a:lvl9pPr>
    </p:bodyStyle>
    <p:otherStyle>
      <a:defPPr>
        <a:defRPr lang="en-US"/>
      </a:defPPr>
      <a:lvl1pPr marL="0" algn="l" defTabSz="3200400" rtl="0" eaLnBrk="1" latinLnBrk="0" hangingPunct="1">
        <a:defRPr sz="6300" kern="1200">
          <a:solidFill>
            <a:schemeClr val="tx1"/>
          </a:solidFill>
          <a:latin typeface="+mn-lt"/>
          <a:ea typeface="+mn-ea"/>
          <a:cs typeface="+mn-cs"/>
        </a:defRPr>
      </a:lvl1pPr>
      <a:lvl2pPr marL="1600200" algn="l" defTabSz="3200400" rtl="0" eaLnBrk="1" latinLnBrk="0" hangingPunct="1">
        <a:defRPr sz="6300" kern="1200">
          <a:solidFill>
            <a:schemeClr val="tx1"/>
          </a:solidFill>
          <a:latin typeface="+mn-lt"/>
          <a:ea typeface="+mn-ea"/>
          <a:cs typeface="+mn-cs"/>
        </a:defRPr>
      </a:lvl2pPr>
      <a:lvl3pPr marL="3200400" algn="l" defTabSz="3200400" rtl="0" eaLnBrk="1" latinLnBrk="0" hangingPunct="1">
        <a:defRPr sz="6300" kern="1200">
          <a:solidFill>
            <a:schemeClr val="tx1"/>
          </a:solidFill>
          <a:latin typeface="+mn-lt"/>
          <a:ea typeface="+mn-ea"/>
          <a:cs typeface="+mn-cs"/>
        </a:defRPr>
      </a:lvl3pPr>
      <a:lvl4pPr marL="4800600" algn="l" defTabSz="3200400" rtl="0" eaLnBrk="1" latinLnBrk="0" hangingPunct="1">
        <a:defRPr sz="6300" kern="1200">
          <a:solidFill>
            <a:schemeClr val="tx1"/>
          </a:solidFill>
          <a:latin typeface="+mn-lt"/>
          <a:ea typeface="+mn-ea"/>
          <a:cs typeface="+mn-cs"/>
        </a:defRPr>
      </a:lvl4pPr>
      <a:lvl5pPr marL="6400800" algn="l" defTabSz="3200400" rtl="0" eaLnBrk="1" latinLnBrk="0" hangingPunct="1">
        <a:defRPr sz="6300" kern="1200">
          <a:solidFill>
            <a:schemeClr val="tx1"/>
          </a:solidFill>
          <a:latin typeface="+mn-lt"/>
          <a:ea typeface="+mn-ea"/>
          <a:cs typeface="+mn-cs"/>
        </a:defRPr>
      </a:lvl5pPr>
      <a:lvl6pPr marL="8001000" algn="l" defTabSz="3200400" rtl="0" eaLnBrk="1" latinLnBrk="0" hangingPunct="1">
        <a:defRPr sz="6300" kern="1200">
          <a:solidFill>
            <a:schemeClr val="tx1"/>
          </a:solidFill>
          <a:latin typeface="+mn-lt"/>
          <a:ea typeface="+mn-ea"/>
          <a:cs typeface="+mn-cs"/>
        </a:defRPr>
      </a:lvl6pPr>
      <a:lvl7pPr marL="9601200" algn="l" defTabSz="3200400" rtl="0" eaLnBrk="1" latinLnBrk="0" hangingPunct="1">
        <a:defRPr sz="6300" kern="1200">
          <a:solidFill>
            <a:schemeClr val="tx1"/>
          </a:solidFill>
          <a:latin typeface="+mn-lt"/>
          <a:ea typeface="+mn-ea"/>
          <a:cs typeface="+mn-cs"/>
        </a:defRPr>
      </a:lvl7pPr>
      <a:lvl8pPr marL="11201400" algn="l" defTabSz="3200400" rtl="0" eaLnBrk="1" latinLnBrk="0" hangingPunct="1">
        <a:defRPr sz="6300" kern="1200">
          <a:solidFill>
            <a:schemeClr val="tx1"/>
          </a:solidFill>
          <a:latin typeface="+mn-lt"/>
          <a:ea typeface="+mn-ea"/>
          <a:cs typeface="+mn-cs"/>
        </a:defRPr>
      </a:lvl8pPr>
      <a:lvl9pPr marL="12801600" algn="l" defTabSz="3200400" rtl="0" eaLnBrk="1" latinLnBrk="0" hangingPunct="1">
        <a:defRPr sz="6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a:spLocks noChangeArrowheads="1"/>
          </p:cNvSpPr>
          <p:nvPr/>
        </p:nvSpPr>
        <p:spPr bwMode="auto">
          <a:xfrm>
            <a:off x="914399" y="914400"/>
            <a:ext cx="30175201" cy="43891200"/>
          </a:xfrm>
          <a:prstGeom prst="rect">
            <a:avLst/>
          </a:prstGeom>
          <a:noFill/>
          <a:ln w="76200" cmpd="tri">
            <a:solidFill>
              <a:srgbClr val="7030A0"/>
            </a:solidFill>
            <a:miter lim="800000"/>
            <a:headEnd/>
            <a:tailEnd/>
          </a:ln>
          <a:effectLst/>
        </p:spPr>
        <p:txBody>
          <a:bodyPr wrap="none" lIns="91430" tIns="45715" rIns="91430" bIns="45715" anchor="ctr"/>
          <a:lstStyle/>
          <a:p>
            <a:pPr algn="ctr" defTabSz="3761972" fontAlgn="auto">
              <a:spcBef>
                <a:spcPts val="0"/>
              </a:spcBef>
              <a:spcAft>
                <a:spcPts val="0"/>
              </a:spcAft>
              <a:defRPr/>
            </a:pPr>
            <a:endParaRPr lang="en-US" dirty="0"/>
          </a:p>
        </p:txBody>
      </p:sp>
      <p:grpSp>
        <p:nvGrpSpPr>
          <p:cNvPr id="5" name="Group 4"/>
          <p:cNvGrpSpPr/>
          <p:nvPr/>
        </p:nvGrpSpPr>
        <p:grpSpPr>
          <a:xfrm>
            <a:off x="0" y="1324888"/>
            <a:ext cx="30330670" cy="4168092"/>
            <a:chOff x="-2231675" y="1276114"/>
            <a:chExt cx="45693323" cy="3501924"/>
          </a:xfrm>
        </p:grpSpPr>
        <p:sp>
          <p:nvSpPr>
            <p:cNvPr id="6" name="Text Box 4"/>
            <p:cNvSpPr txBox="1">
              <a:spLocks noChangeArrowheads="1"/>
            </p:cNvSpPr>
            <p:nvPr/>
          </p:nvSpPr>
          <p:spPr bwMode="auto">
            <a:xfrm>
              <a:off x="206262" y="1276114"/>
              <a:ext cx="43255386" cy="2431026"/>
            </a:xfrm>
            <a:prstGeom prst="rect">
              <a:avLst/>
            </a:prstGeom>
            <a:noFill/>
            <a:ln w="9525">
              <a:noFill/>
              <a:miter lim="800000"/>
              <a:headEnd/>
              <a:tailEnd/>
            </a:ln>
            <a:effectLst/>
          </p:spPr>
          <p:txBody>
            <a:bodyPr lIns="95366" tIns="47684" rIns="95366" bIns="47684"/>
            <a:lstStyle/>
            <a:p>
              <a:pPr algn="ctr" defTabSz="4577859" fontAlgn="auto">
                <a:spcBef>
                  <a:spcPts val="0"/>
                </a:spcBef>
                <a:spcAft>
                  <a:spcPts val="0"/>
                </a:spcAft>
                <a:defRPr/>
              </a:pPr>
              <a:r>
                <a:rPr lang="en-US" sz="6900" b="1" spc="-300" dirty="0">
                  <a:solidFill>
                    <a:srgbClr val="7030A0"/>
                  </a:solidFill>
                  <a:latin typeface="Myriad Pro" pitchFamily="34" charset="0"/>
                  <a:cs typeface="Times New Roman" panose="02020603050405020304" pitchFamily="18" charset="0"/>
                </a:rPr>
                <a:t>Relationship between educational attainment and development of diabetes</a:t>
              </a:r>
            </a:p>
          </p:txBody>
        </p:sp>
        <p:sp>
          <p:nvSpPr>
            <p:cNvPr id="7" name="Rectangle 91"/>
            <p:cNvSpPr>
              <a:spLocks noChangeArrowheads="1"/>
            </p:cNvSpPr>
            <p:nvPr/>
          </p:nvSpPr>
          <p:spPr bwMode="auto">
            <a:xfrm>
              <a:off x="3918318" y="4235007"/>
              <a:ext cx="35457739" cy="543031"/>
            </a:xfrm>
            <a:prstGeom prst="rect">
              <a:avLst/>
            </a:prstGeom>
            <a:noFill/>
            <a:ln w="9525">
              <a:noFill/>
              <a:miter lim="800000"/>
              <a:headEnd/>
              <a:tailEnd/>
            </a:ln>
          </p:spPr>
          <p:txBody>
            <a:bodyPr wrap="square">
              <a:spAutoFit/>
            </a:bodyPr>
            <a:lstStyle/>
            <a:p>
              <a:pPr algn="ctr"/>
              <a:r>
                <a:rPr lang="en-US" sz="3600" baseline="30000" dirty="0"/>
                <a:t>1</a:t>
              </a:r>
              <a:r>
                <a:rPr lang="en-US" sz="3600" dirty="0"/>
                <a:t>Clemson University, Clemson, SC</a:t>
              </a:r>
            </a:p>
          </p:txBody>
        </p:sp>
        <p:sp>
          <p:nvSpPr>
            <p:cNvPr id="8" name="Rectangle 92"/>
            <p:cNvSpPr>
              <a:spLocks noChangeArrowheads="1"/>
            </p:cNvSpPr>
            <p:nvPr/>
          </p:nvSpPr>
          <p:spPr bwMode="auto">
            <a:xfrm>
              <a:off x="-2231675" y="2849266"/>
              <a:ext cx="43860432" cy="1111919"/>
            </a:xfrm>
            <a:prstGeom prst="rect">
              <a:avLst/>
            </a:prstGeom>
            <a:noFill/>
            <a:ln w="9525">
              <a:noFill/>
              <a:miter lim="800000"/>
              <a:headEnd/>
              <a:tailEnd/>
            </a:ln>
          </p:spPr>
          <p:txBody>
            <a:bodyPr wrap="square">
              <a:spAutoFit/>
            </a:bodyPr>
            <a:lstStyle/>
            <a:p>
              <a:pPr lvl="1" algn="ctr"/>
              <a:r>
                <a:rPr lang="en-US" sz="4000" dirty="0"/>
                <a:t>Payton Berry</a:t>
              </a:r>
              <a:r>
                <a:rPr lang="en-US" sz="4000" baseline="30000" dirty="0"/>
                <a:t>1</a:t>
              </a:r>
            </a:p>
            <a:p>
              <a:pPr lvl="1" algn="ctr"/>
              <a:r>
                <a:rPr lang="en-US" sz="4000" dirty="0"/>
                <a:t>Faculty Advisor: </a:t>
              </a:r>
              <a:r>
                <a:rPr lang="en-US" sz="4000" dirty="0" err="1"/>
                <a:t>MinJae</a:t>
              </a:r>
              <a:r>
                <a:rPr lang="en-US" sz="4000" dirty="0"/>
                <a:t> Woo, Ph.D.</a:t>
              </a:r>
            </a:p>
          </p:txBody>
        </p:sp>
      </p:grpSp>
      <p:pic>
        <p:nvPicPr>
          <p:cNvPr id="1028" name="Picture 4" descr="mage result for clemson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0645" y="2504661"/>
            <a:ext cx="3184109" cy="3184109"/>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a:spLocks noChangeArrowheads="1"/>
          </p:cNvSpPr>
          <p:nvPr/>
        </p:nvSpPr>
        <p:spPr bwMode="auto">
          <a:xfrm>
            <a:off x="914399" y="6165895"/>
            <a:ext cx="15056485" cy="38639705"/>
          </a:xfrm>
          <a:prstGeom prst="rect">
            <a:avLst/>
          </a:prstGeom>
          <a:noFill/>
          <a:ln w="76200" cmpd="tri">
            <a:solidFill>
              <a:srgbClr val="7030A0"/>
            </a:solidFill>
            <a:miter lim="800000"/>
            <a:headEnd/>
            <a:tailEnd/>
          </a:ln>
          <a:effectLst/>
        </p:spPr>
        <p:txBody>
          <a:bodyPr wrap="none" lIns="91430" tIns="45715" rIns="91430" bIns="45715" anchor="ctr"/>
          <a:lstStyle/>
          <a:p>
            <a:pPr defTabSz="4389120" fontAlgn="auto">
              <a:spcBef>
                <a:spcPts val="0"/>
              </a:spcBef>
              <a:spcAft>
                <a:spcPts val="0"/>
              </a:spcAft>
              <a:defRPr/>
            </a:pPr>
            <a:endParaRPr lang="en-US"/>
          </a:p>
        </p:txBody>
      </p:sp>
      <p:sp>
        <p:nvSpPr>
          <p:cNvPr id="12" name="Rectangle 11"/>
          <p:cNvSpPr>
            <a:spLocks noChangeArrowheads="1"/>
          </p:cNvSpPr>
          <p:nvPr/>
        </p:nvSpPr>
        <p:spPr bwMode="auto">
          <a:xfrm>
            <a:off x="15970884" y="6165895"/>
            <a:ext cx="15118715" cy="38639705"/>
          </a:xfrm>
          <a:prstGeom prst="rect">
            <a:avLst/>
          </a:prstGeom>
          <a:noFill/>
          <a:ln w="76200" cmpd="tri">
            <a:solidFill>
              <a:srgbClr val="7030A0"/>
            </a:solidFill>
            <a:miter lim="800000"/>
            <a:headEnd/>
            <a:tailEnd/>
          </a:ln>
          <a:effectLst/>
        </p:spPr>
        <p:txBody>
          <a:bodyPr wrap="none" lIns="91430" tIns="45715" rIns="91430" bIns="45715" anchor="ctr"/>
          <a:lstStyle/>
          <a:p>
            <a:pPr defTabSz="4389120" fontAlgn="auto">
              <a:spcBef>
                <a:spcPts val="0"/>
              </a:spcBef>
              <a:spcAft>
                <a:spcPts val="0"/>
              </a:spcAft>
              <a:defRPr/>
            </a:pPr>
            <a:endParaRPr lang="en-US"/>
          </a:p>
        </p:txBody>
      </p:sp>
      <p:sp>
        <p:nvSpPr>
          <p:cNvPr id="13" name="Rectangle 17"/>
          <p:cNvSpPr>
            <a:spLocks noChangeArrowheads="1"/>
          </p:cNvSpPr>
          <p:nvPr/>
        </p:nvSpPr>
        <p:spPr bwMode="auto">
          <a:xfrm>
            <a:off x="1950402" y="6496423"/>
            <a:ext cx="12984480" cy="815346"/>
          </a:xfrm>
          <a:prstGeom prst="rect">
            <a:avLst/>
          </a:prstGeom>
          <a:solidFill>
            <a:srgbClr val="7030A0"/>
          </a:solidFill>
          <a:ln w="9525">
            <a:noFill/>
            <a:miter lim="800000"/>
            <a:headEnd/>
            <a:tailEnd/>
          </a:ln>
          <a:effectLst/>
        </p:spPr>
        <p:txBody>
          <a:bodyPr lIns="91430" tIns="45715" rIns="91430" bIns="45715"/>
          <a:lstStyle/>
          <a:p>
            <a:pPr algn="ctr" defTabSz="3657208" fontAlgn="auto">
              <a:spcBef>
                <a:spcPts val="0"/>
              </a:spcBef>
              <a:spcAft>
                <a:spcPts val="0"/>
              </a:spcAft>
              <a:defRPr/>
            </a:pPr>
            <a:r>
              <a:rPr lang="en-US" sz="4800" b="1" dirty="0">
                <a:solidFill>
                  <a:schemeClr val="bg1"/>
                </a:solidFill>
              </a:rPr>
              <a:t>Abstract</a:t>
            </a:r>
          </a:p>
        </p:txBody>
      </p:sp>
      <p:sp>
        <p:nvSpPr>
          <p:cNvPr id="14" name="Rectangle 17"/>
          <p:cNvSpPr>
            <a:spLocks noChangeArrowheads="1"/>
          </p:cNvSpPr>
          <p:nvPr/>
        </p:nvSpPr>
        <p:spPr bwMode="auto">
          <a:xfrm>
            <a:off x="17038001" y="6496423"/>
            <a:ext cx="12984480" cy="815346"/>
          </a:xfrm>
          <a:prstGeom prst="rect">
            <a:avLst/>
          </a:prstGeom>
          <a:solidFill>
            <a:srgbClr val="7030A0"/>
          </a:solidFill>
          <a:ln w="9525">
            <a:noFill/>
            <a:miter lim="800000"/>
            <a:headEnd/>
            <a:tailEnd/>
          </a:ln>
          <a:effectLst/>
        </p:spPr>
        <p:txBody>
          <a:bodyPr lIns="91430" tIns="45715" rIns="91430" bIns="45715"/>
          <a:lstStyle/>
          <a:p>
            <a:pPr algn="ctr" defTabSz="3657208" fontAlgn="auto">
              <a:spcBef>
                <a:spcPts val="0"/>
              </a:spcBef>
              <a:spcAft>
                <a:spcPts val="0"/>
              </a:spcAft>
              <a:defRPr/>
            </a:pPr>
            <a:r>
              <a:rPr lang="en-US" sz="4800" b="1" dirty="0">
                <a:solidFill>
                  <a:schemeClr val="bg1"/>
                </a:solidFill>
              </a:rPr>
              <a:t>RESULTS</a:t>
            </a:r>
          </a:p>
        </p:txBody>
      </p:sp>
      <p:sp>
        <p:nvSpPr>
          <p:cNvPr id="65" name="TextBox 64"/>
          <p:cNvSpPr txBox="1"/>
          <p:nvPr/>
        </p:nvSpPr>
        <p:spPr>
          <a:xfrm>
            <a:off x="1135191" y="21686137"/>
            <a:ext cx="14550263" cy="10218182"/>
          </a:xfrm>
          <a:prstGeom prst="rect">
            <a:avLst/>
          </a:prstGeom>
          <a:noFill/>
        </p:spPr>
        <p:txBody>
          <a:bodyPr wrap="square" rtlCol="0">
            <a:spAutoFit/>
          </a:bodyPr>
          <a:lstStyle/>
          <a:p>
            <a:pPr rtl="0">
              <a:spcBef>
                <a:spcPts val="0"/>
              </a:spcBef>
              <a:spcAft>
                <a:spcPts val="0"/>
              </a:spcAft>
            </a:pPr>
            <a:r>
              <a:rPr lang="en-US" sz="3200" b="0" i="0" u="none" strike="noStrike" dirty="0">
                <a:solidFill>
                  <a:srgbClr val="000000"/>
                </a:solidFill>
                <a:effectLst/>
                <a:latin typeface="Times New Roman" panose="02020603050405020304" pitchFamily="18" charset="0"/>
              </a:rPr>
              <a:t>Diabetes is a major public health concern influenced by both clinical and socioeconomic factors. </a:t>
            </a:r>
            <a:r>
              <a:rPr lang="en-US" sz="3200" u="none" strike="noStrike" dirty="0">
                <a:solidFill>
                  <a:srgbClr val="000000"/>
                </a:solidFill>
                <a:effectLst/>
                <a:latin typeface="Times New Roman" panose="02020603050405020304" pitchFamily="18" charset="0"/>
                <a:cs typeface="Times New Roman" panose="02020603050405020304" pitchFamily="18" charset="0"/>
              </a:rPr>
              <a:t>Elevated body mass index (BMI) and hypertension are well-established clinical risk factors for diabetes, and both of which are closely linked to metabolic dysfunction and disease progression.</a:t>
            </a:r>
            <a:endParaRPr lang="en-US" sz="3200" dirty="0">
              <a:effectLst/>
              <a:latin typeface="Times New Roman" panose="02020603050405020304" pitchFamily="18" charset="0"/>
              <a:cs typeface="Times New Roman" panose="02020603050405020304" pitchFamily="18" charset="0"/>
            </a:endParaRPr>
          </a:p>
          <a:p>
            <a:pPr rtl="0">
              <a:spcBef>
                <a:spcPts val="1200"/>
              </a:spcBef>
              <a:spcAft>
                <a:spcPts val="1200"/>
              </a:spcAft>
            </a:pPr>
            <a:r>
              <a:rPr lang="en-US" sz="3200" u="none" strike="noStrike" dirty="0">
                <a:solidFill>
                  <a:srgbClr val="000000"/>
                </a:solidFill>
                <a:effectLst/>
                <a:latin typeface="Times New Roman" panose="02020603050405020304" pitchFamily="18" charset="0"/>
                <a:cs typeface="Times New Roman" panose="02020603050405020304" pitchFamily="18" charset="0"/>
              </a:rPr>
              <a:t>Beyond clinical factors, there is growing recognition that socioeconomic factors, such as education, income, and access to resources, play a critical role in shaping health outcomes. Educational attainment in particular may influence diabetes risk through multiple pathways, including health literacy, lifestyle behaviors, access to preventive care, and the ability to navigate healthcare systems. However, the independent contribution of education to diabetes risk, relative to strong clinical predictors, remains less clearly defined.</a:t>
            </a:r>
            <a:endParaRPr lang="en-US" sz="3200" dirty="0">
              <a:effectLst/>
              <a:latin typeface="Times New Roman" panose="02020603050405020304" pitchFamily="18" charset="0"/>
              <a:cs typeface="Times New Roman" panose="02020603050405020304" pitchFamily="18" charset="0"/>
            </a:endParaRPr>
          </a:p>
          <a:p>
            <a:pPr rtl="0">
              <a:spcBef>
                <a:spcPts val="1200"/>
              </a:spcBef>
              <a:spcAft>
                <a:spcPts val="1200"/>
              </a:spcAft>
            </a:pPr>
            <a:r>
              <a:rPr lang="en-US" sz="3200" u="none" strike="noStrike" dirty="0">
                <a:solidFill>
                  <a:srgbClr val="000000"/>
                </a:solidFill>
                <a:effectLst/>
                <a:latin typeface="Times New Roman" panose="02020603050405020304" pitchFamily="18" charset="0"/>
                <a:cs typeface="Times New Roman" panose="02020603050405020304" pitchFamily="18" charset="0"/>
              </a:rPr>
              <a:t>This study aimed to determine the relationship between educational attainment and diabetes risk, as well as comparing the established clinical predictors of BMI and hypertension to educational attainment.</a:t>
            </a:r>
            <a:endParaRPr lang="en-US" sz="3200" dirty="0">
              <a:effectLst/>
              <a:latin typeface="Times New Roman" panose="02020603050405020304" pitchFamily="18" charset="0"/>
              <a:cs typeface="Times New Roman" panose="02020603050405020304" pitchFamily="18" charset="0"/>
            </a:endParaRPr>
          </a:p>
          <a:p>
            <a:pPr rtl="0">
              <a:spcBef>
                <a:spcPts val="1200"/>
              </a:spcBef>
              <a:spcAft>
                <a:spcPts val="1200"/>
              </a:spcAft>
            </a:pPr>
            <a:r>
              <a:rPr lang="en-US" sz="3200" u="none" strike="noStrike" dirty="0">
                <a:solidFill>
                  <a:srgbClr val="000000"/>
                </a:solidFill>
                <a:effectLst/>
                <a:latin typeface="Times New Roman" panose="02020603050405020304" pitchFamily="18" charset="0"/>
                <a:cs typeface="Times New Roman" panose="02020603050405020304" pitchFamily="18" charset="0"/>
              </a:rPr>
              <a:t>Understanding this relationship is important for both clinical practice and public health policy. If education is shown to significantly impact diabetes risk, it may be valuable in identifying high-risk populations and tailoring prevention efforts. Additionally, these findings could inform interventions to support more comprehensive and equitable approaches to diabetes prevention and care.</a:t>
            </a:r>
            <a:endParaRPr lang="en-US" sz="3200" dirty="0">
              <a:effectLst/>
              <a:latin typeface="Times New Roman" panose="02020603050405020304" pitchFamily="18" charset="0"/>
              <a:cs typeface="Times New Roman" panose="02020603050405020304" pitchFamily="18" charset="0"/>
            </a:endParaRPr>
          </a:p>
        </p:txBody>
      </p:sp>
      <p:sp>
        <p:nvSpPr>
          <p:cNvPr id="95" name="Rectangle 17"/>
          <p:cNvSpPr>
            <a:spLocks noChangeArrowheads="1"/>
          </p:cNvSpPr>
          <p:nvPr/>
        </p:nvSpPr>
        <p:spPr bwMode="auto">
          <a:xfrm>
            <a:off x="1918082" y="20391335"/>
            <a:ext cx="12984480" cy="817677"/>
          </a:xfrm>
          <a:prstGeom prst="rect">
            <a:avLst/>
          </a:prstGeom>
          <a:solidFill>
            <a:srgbClr val="7030A0"/>
          </a:solidFill>
          <a:ln w="9525">
            <a:noFill/>
            <a:miter lim="800000"/>
            <a:headEnd/>
            <a:tailEnd/>
          </a:ln>
          <a:effectLst/>
        </p:spPr>
        <p:txBody>
          <a:bodyPr lIns="91430" tIns="45715" rIns="91430" bIns="45715"/>
          <a:lstStyle/>
          <a:p>
            <a:pPr algn="ctr" defTabSz="3657208" fontAlgn="auto">
              <a:spcBef>
                <a:spcPts val="0"/>
              </a:spcBef>
              <a:spcAft>
                <a:spcPts val="0"/>
              </a:spcAft>
              <a:defRPr/>
            </a:pPr>
            <a:r>
              <a:rPr lang="en-US" sz="4800" b="1" dirty="0">
                <a:solidFill>
                  <a:schemeClr val="bg1"/>
                </a:solidFill>
              </a:rPr>
              <a:t>BACKGROUND</a:t>
            </a:r>
          </a:p>
        </p:txBody>
      </p:sp>
      <p:sp>
        <p:nvSpPr>
          <p:cNvPr id="117" name="Rectangle 17"/>
          <p:cNvSpPr>
            <a:spLocks noChangeArrowheads="1"/>
          </p:cNvSpPr>
          <p:nvPr/>
        </p:nvSpPr>
        <p:spPr bwMode="auto">
          <a:xfrm>
            <a:off x="16687777" y="37383235"/>
            <a:ext cx="12984480" cy="815346"/>
          </a:xfrm>
          <a:prstGeom prst="rect">
            <a:avLst/>
          </a:prstGeom>
          <a:solidFill>
            <a:srgbClr val="7030A0"/>
          </a:solidFill>
          <a:ln w="9525">
            <a:noFill/>
            <a:miter lim="800000"/>
            <a:headEnd/>
            <a:tailEnd/>
          </a:ln>
          <a:effectLst/>
        </p:spPr>
        <p:txBody>
          <a:bodyPr lIns="91430" tIns="45715" rIns="91430" bIns="45715"/>
          <a:lstStyle/>
          <a:p>
            <a:pPr algn="ctr" defTabSz="3657208" fontAlgn="auto">
              <a:spcBef>
                <a:spcPts val="0"/>
              </a:spcBef>
              <a:spcAft>
                <a:spcPts val="0"/>
              </a:spcAft>
              <a:defRPr/>
            </a:pPr>
            <a:r>
              <a:rPr lang="en-US" sz="4800" b="1" dirty="0">
                <a:solidFill>
                  <a:schemeClr val="bg1"/>
                </a:solidFill>
              </a:rPr>
              <a:t>CONCLUSION</a:t>
            </a:r>
          </a:p>
        </p:txBody>
      </p:sp>
      <p:sp>
        <p:nvSpPr>
          <p:cNvPr id="127" name="TextBox 126"/>
          <p:cNvSpPr txBox="1"/>
          <p:nvPr/>
        </p:nvSpPr>
        <p:spPr>
          <a:xfrm>
            <a:off x="1336524" y="7642297"/>
            <a:ext cx="14625734" cy="10433625"/>
          </a:xfrm>
          <a:prstGeom prst="rect">
            <a:avLst/>
          </a:prstGeom>
          <a:noFill/>
        </p:spPr>
        <p:txBody>
          <a:bodyPr wrap="square" rtlCol="0">
            <a:spAutoFit/>
          </a:bodyPr>
          <a:lstStyle/>
          <a:p>
            <a:pPr rtl="0">
              <a:spcBef>
                <a:spcPts val="0"/>
              </a:spcBef>
              <a:spcAft>
                <a:spcPts val="0"/>
              </a:spcAft>
            </a:pPr>
            <a:r>
              <a:rPr lang="en-US" sz="3200" b="0" i="0" u="none" strike="noStrike" dirty="0">
                <a:solidFill>
                  <a:srgbClr val="000000"/>
                </a:solidFill>
                <a:effectLst/>
                <a:latin typeface="Times New Roman" panose="02020603050405020304" pitchFamily="18" charset="0"/>
                <a:cs typeface="Times New Roman" panose="02020603050405020304" pitchFamily="18" charset="0"/>
              </a:rPr>
              <a:t>Diabetes is a widespread chronic disease and a leading contributor to cardiovascular complications, morbidity, and mortality worldwide. In the United States, its prevalence continues to rise, placing significant strain on healthcare systems and highlighting the need for effective prevention strategies. While clinical factors such as body mass index (BMI) and hypertension are well-established predictors, the role of educational attainment in contributing to diabetes risk requires further clarification. The goal of this study was to assess the relationship between educational attainment and diabetes risk, comparing its influence to key clinical predictors of BMI and hypertension.</a:t>
            </a:r>
            <a:endParaRPr lang="en-US" sz="3200" b="0" dirty="0">
              <a:effectLst/>
              <a:latin typeface="Times New Roman" panose="02020603050405020304" pitchFamily="18" charset="0"/>
              <a:cs typeface="Times New Roman" panose="02020603050405020304" pitchFamily="18" charset="0"/>
            </a:endParaRPr>
          </a:p>
          <a:p>
            <a:pPr rtl="0">
              <a:spcBef>
                <a:spcPts val="0"/>
              </a:spcBef>
              <a:spcAft>
                <a:spcPts val="0"/>
              </a:spcAft>
            </a:pPr>
            <a:br>
              <a:rPr lang="en-US" sz="3200" b="0" dirty="0">
                <a:effectLst/>
                <a:latin typeface="Times New Roman" panose="02020603050405020304" pitchFamily="18" charset="0"/>
                <a:cs typeface="Times New Roman" panose="02020603050405020304" pitchFamily="18" charset="0"/>
              </a:rPr>
            </a:br>
            <a:r>
              <a:rPr lang="en-US" sz="3200" b="0" i="0" u="none" strike="noStrike" dirty="0">
                <a:solidFill>
                  <a:srgbClr val="000000"/>
                </a:solidFill>
                <a:effectLst/>
                <a:latin typeface="Times New Roman" panose="02020603050405020304" pitchFamily="18" charset="0"/>
                <a:cs typeface="Times New Roman" panose="02020603050405020304" pitchFamily="18" charset="0"/>
              </a:rPr>
              <a:t>A case-control analysis was conducted using a large health dataset of 47,840 participants. Diabetes status was modeled using logistic regression with BMI, hypertension status, and education categorized into low, medium, and high levels and predictors. Associations were estimated using maximum likelihood, and results are reported as coefficients, odds ratios, and p-values. BMI and hypertension were strong predictors of diabetes, while educational attainment showed a significant protective effect. </a:t>
            </a:r>
            <a:endParaRPr lang="en-US" sz="3200" b="0" dirty="0">
              <a:effectLst/>
              <a:latin typeface="Times New Roman" panose="02020603050405020304" pitchFamily="18" charset="0"/>
              <a:cs typeface="Times New Roman" panose="02020603050405020304" pitchFamily="18" charset="0"/>
            </a:endParaRPr>
          </a:p>
          <a:p>
            <a:pPr rtl="0">
              <a:spcBef>
                <a:spcPts val="0"/>
              </a:spcBef>
              <a:spcAft>
                <a:spcPts val="0"/>
              </a:spcAft>
            </a:pPr>
            <a:br>
              <a:rPr lang="en-US" sz="3200" b="0" dirty="0">
                <a:effectLst/>
                <a:latin typeface="Times New Roman" panose="02020603050405020304" pitchFamily="18" charset="0"/>
                <a:cs typeface="Times New Roman" panose="02020603050405020304" pitchFamily="18" charset="0"/>
              </a:rPr>
            </a:br>
            <a:r>
              <a:rPr lang="en-US" sz="3200" b="0" i="0" u="none" strike="noStrike" dirty="0">
                <a:solidFill>
                  <a:srgbClr val="000000"/>
                </a:solidFill>
                <a:effectLst/>
                <a:latin typeface="Times New Roman" panose="02020603050405020304" pitchFamily="18" charset="0"/>
                <a:cs typeface="Times New Roman" panose="02020603050405020304" pitchFamily="18" charset="0"/>
              </a:rPr>
              <a:t>While clinical factors remain the primary drivers of diabetes risk, higher educational attainment is independently associated with reduced risk in a graded manner. These findings underscore the importance of incorporating both clinical and social determinants into diabetes prevention and public health strategies.</a:t>
            </a:r>
            <a:endParaRPr lang="en-US" sz="3200" b="0" dirty="0">
              <a:effectLst/>
              <a:latin typeface="Times New Roman" panose="02020603050405020304" pitchFamily="18" charset="0"/>
              <a:cs typeface="Times New Roman" panose="02020603050405020304" pitchFamily="18" charset="0"/>
            </a:endParaRPr>
          </a:p>
        </p:txBody>
      </p:sp>
      <p:sp>
        <p:nvSpPr>
          <p:cNvPr id="3" name="Rectangle 17">
            <a:extLst>
              <a:ext uri="{FF2B5EF4-FFF2-40B4-BE49-F238E27FC236}">
                <a16:creationId xmlns:a16="http://schemas.microsoft.com/office/drawing/2014/main" id="{6A1DDFAF-C083-76EF-6F88-DEAC85F1F680}"/>
              </a:ext>
            </a:extLst>
          </p:cNvPr>
          <p:cNvSpPr>
            <a:spLocks noChangeArrowheads="1"/>
          </p:cNvSpPr>
          <p:nvPr/>
        </p:nvSpPr>
        <p:spPr bwMode="auto">
          <a:xfrm>
            <a:off x="1618273" y="33332109"/>
            <a:ext cx="12984480" cy="817677"/>
          </a:xfrm>
          <a:prstGeom prst="rect">
            <a:avLst/>
          </a:prstGeom>
          <a:solidFill>
            <a:srgbClr val="7030A0"/>
          </a:solidFill>
          <a:ln w="9525">
            <a:noFill/>
            <a:miter lim="800000"/>
            <a:headEnd/>
            <a:tailEnd/>
          </a:ln>
          <a:effectLst/>
        </p:spPr>
        <p:txBody>
          <a:bodyPr lIns="91430" tIns="45715" rIns="91430" bIns="45715"/>
          <a:lstStyle/>
          <a:p>
            <a:pPr algn="ctr" defTabSz="3657208" fontAlgn="auto">
              <a:spcBef>
                <a:spcPts val="0"/>
              </a:spcBef>
              <a:spcAft>
                <a:spcPts val="0"/>
              </a:spcAft>
              <a:defRPr/>
            </a:pPr>
            <a:r>
              <a:rPr lang="en-US" sz="4800" b="1" dirty="0">
                <a:solidFill>
                  <a:schemeClr val="bg1"/>
                </a:solidFill>
              </a:rPr>
              <a:t>Methods</a:t>
            </a:r>
          </a:p>
        </p:txBody>
      </p:sp>
      <p:sp>
        <p:nvSpPr>
          <p:cNvPr id="11" name="Rectangle 17">
            <a:extLst>
              <a:ext uri="{FF2B5EF4-FFF2-40B4-BE49-F238E27FC236}">
                <a16:creationId xmlns:a16="http://schemas.microsoft.com/office/drawing/2014/main" id="{F50265B0-79BE-B3AE-9E38-8EF1B3AFF85E}"/>
              </a:ext>
            </a:extLst>
          </p:cNvPr>
          <p:cNvSpPr>
            <a:spLocks noChangeArrowheads="1"/>
          </p:cNvSpPr>
          <p:nvPr/>
        </p:nvSpPr>
        <p:spPr bwMode="auto">
          <a:xfrm>
            <a:off x="16687777" y="22497636"/>
            <a:ext cx="12984480" cy="815346"/>
          </a:xfrm>
          <a:prstGeom prst="rect">
            <a:avLst/>
          </a:prstGeom>
          <a:solidFill>
            <a:srgbClr val="7030A0"/>
          </a:solidFill>
          <a:ln w="9525">
            <a:noFill/>
            <a:miter lim="800000"/>
            <a:headEnd/>
            <a:tailEnd/>
          </a:ln>
          <a:effectLst/>
        </p:spPr>
        <p:txBody>
          <a:bodyPr lIns="91430" tIns="45715" rIns="91430" bIns="45715"/>
          <a:lstStyle/>
          <a:p>
            <a:pPr algn="ctr" defTabSz="3657208" fontAlgn="auto">
              <a:spcBef>
                <a:spcPts val="0"/>
              </a:spcBef>
              <a:spcAft>
                <a:spcPts val="0"/>
              </a:spcAft>
              <a:defRPr/>
            </a:pPr>
            <a:r>
              <a:rPr lang="en-US" sz="4800" b="1" dirty="0">
                <a:solidFill>
                  <a:schemeClr val="bg1"/>
                </a:solidFill>
              </a:rPr>
              <a:t>DISCUSSION</a:t>
            </a:r>
          </a:p>
        </p:txBody>
      </p:sp>
      <p:sp>
        <p:nvSpPr>
          <p:cNvPr id="15" name="TextBox 14">
            <a:extLst>
              <a:ext uri="{FF2B5EF4-FFF2-40B4-BE49-F238E27FC236}">
                <a16:creationId xmlns:a16="http://schemas.microsoft.com/office/drawing/2014/main" id="{01E7B9F4-AFB5-BD26-8E30-86D3A1F956F1}"/>
              </a:ext>
            </a:extLst>
          </p:cNvPr>
          <p:cNvSpPr txBox="1"/>
          <p:nvPr/>
        </p:nvSpPr>
        <p:spPr>
          <a:xfrm>
            <a:off x="1224763" y="34388349"/>
            <a:ext cx="14625734" cy="8956298"/>
          </a:xfrm>
          <a:prstGeom prst="rect">
            <a:avLst/>
          </a:prstGeom>
          <a:noFill/>
        </p:spPr>
        <p:txBody>
          <a:bodyPr wrap="square" rtlCol="0">
            <a:spAutoFit/>
          </a:bodyPr>
          <a:lstStyle/>
          <a:p>
            <a:pPr rtl="0">
              <a:spcBef>
                <a:spcPts val="0"/>
              </a:spcBef>
              <a:spcAft>
                <a:spcPts val="0"/>
              </a:spcAft>
            </a:pPr>
            <a:r>
              <a:rPr lang="en-US" sz="3200" u="none" strike="noStrike" dirty="0">
                <a:solidFill>
                  <a:srgbClr val="000000"/>
                </a:solidFill>
                <a:effectLst/>
                <a:latin typeface="Times New Roman" panose="02020603050405020304" pitchFamily="18" charset="0"/>
                <a:cs typeface="Times New Roman" panose="02020603050405020304" pitchFamily="18" charset="0"/>
              </a:rPr>
              <a:t>A case-control study design was used with a large health survey dataset of 47,840 participants. Participants with diabetes were classified as cases and participants without diabetes were classified as controls. The dataset includes both self-reported and measured health indicators, as well as demographic and socioeconomic variables, which allows for comparison of risk factors between groups.</a:t>
            </a:r>
            <a:endParaRPr lang="en-US" sz="3200" dirty="0">
              <a:effectLst/>
              <a:latin typeface="Times New Roman" panose="02020603050405020304" pitchFamily="18" charset="0"/>
              <a:cs typeface="Times New Roman" panose="02020603050405020304" pitchFamily="18" charset="0"/>
            </a:endParaRPr>
          </a:p>
          <a:p>
            <a:pPr rtl="0">
              <a:spcBef>
                <a:spcPts val="0"/>
              </a:spcBef>
              <a:spcAft>
                <a:spcPts val="0"/>
              </a:spcAft>
            </a:pPr>
            <a:br>
              <a:rPr lang="en-US" sz="3200" dirty="0">
                <a:effectLst/>
                <a:latin typeface="Times New Roman" panose="02020603050405020304" pitchFamily="18" charset="0"/>
                <a:cs typeface="Times New Roman" panose="02020603050405020304" pitchFamily="18" charset="0"/>
              </a:rPr>
            </a:br>
            <a:r>
              <a:rPr lang="en-US" sz="3200" u="none" strike="noStrike" dirty="0">
                <a:solidFill>
                  <a:srgbClr val="000000"/>
                </a:solidFill>
                <a:effectLst/>
                <a:latin typeface="Times New Roman" panose="02020603050405020304" pitchFamily="18" charset="0"/>
                <a:cs typeface="Times New Roman" panose="02020603050405020304" pitchFamily="18" charset="0"/>
              </a:rPr>
              <a:t>The outcome variable examined was diabetes status, a binary variable. The primary explanatory variable was educational attainment, a categorical variable, with the lowest education level as the reference category. BMI and hypertension were additional explanatory variables, with BMI being a continuous variable and hypertension being a binary variable. </a:t>
            </a:r>
            <a:endParaRPr lang="en-US" sz="3200" dirty="0">
              <a:effectLst/>
              <a:latin typeface="Times New Roman" panose="02020603050405020304" pitchFamily="18" charset="0"/>
              <a:cs typeface="Times New Roman" panose="02020603050405020304" pitchFamily="18" charset="0"/>
            </a:endParaRPr>
          </a:p>
          <a:p>
            <a:pPr rtl="0">
              <a:spcBef>
                <a:spcPts val="0"/>
              </a:spcBef>
              <a:spcAft>
                <a:spcPts val="0"/>
              </a:spcAft>
            </a:pPr>
            <a:br>
              <a:rPr lang="en-US" sz="3200" dirty="0">
                <a:effectLst/>
                <a:latin typeface="Times New Roman" panose="02020603050405020304" pitchFamily="18" charset="0"/>
                <a:cs typeface="Times New Roman" panose="02020603050405020304" pitchFamily="18" charset="0"/>
              </a:rPr>
            </a:br>
            <a:r>
              <a:rPr lang="en-US" sz="3200" u="none" strike="noStrike" dirty="0">
                <a:solidFill>
                  <a:srgbClr val="000000"/>
                </a:solidFill>
                <a:effectLst/>
                <a:latin typeface="Times New Roman" panose="02020603050405020304" pitchFamily="18" charset="0"/>
                <a:cs typeface="Times New Roman" panose="02020603050405020304" pitchFamily="18" charset="0"/>
              </a:rPr>
              <a:t>Logistic regression was used to estimate the association between educational attainment and the odds of diabetes prevalence, while adjusting for BMI and hypertension status. Maximum Likelihood Estimation (MLE) was used and log-odds of diabetes were modeled as a function of education level, BMI, and blood pressure status. The results were reported as regression coefficients (</a:t>
            </a:r>
            <a:r>
              <a:rPr lang="el-GR" sz="3200" u="none" strike="noStrike" dirty="0">
                <a:solidFill>
                  <a:srgbClr val="000000"/>
                </a:solidFill>
                <a:effectLst/>
                <a:latin typeface="Times New Roman" panose="02020603050405020304" pitchFamily="18" charset="0"/>
                <a:cs typeface="Times New Roman" panose="02020603050405020304" pitchFamily="18" charset="0"/>
              </a:rPr>
              <a:t>β), </a:t>
            </a:r>
            <a:r>
              <a:rPr lang="en-US" sz="3200" u="none" strike="noStrike" dirty="0">
                <a:solidFill>
                  <a:srgbClr val="000000"/>
                </a:solidFill>
                <a:effectLst/>
                <a:latin typeface="Times New Roman" panose="02020603050405020304" pitchFamily="18" charset="0"/>
                <a:cs typeface="Times New Roman" panose="02020603050405020304" pitchFamily="18" charset="0"/>
              </a:rPr>
              <a:t>odds ratios (e^</a:t>
            </a:r>
            <a:r>
              <a:rPr lang="el-GR" sz="3200" u="none" strike="noStrike" dirty="0">
                <a:solidFill>
                  <a:srgbClr val="000000"/>
                </a:solidFill>
                <a:effectLst/>
                <a:latin typeface="Times New Roman" panose="02020603050405020304" pitchFamily="18" charset="0"/>
                <a:cs typeface="Times New Roman" panose="02020603050405020304" pitchFamily="18" charset="0"/>
              </a:rPr>
              <a:t>β), </a:t>
            </a:r>
            <a:r>
              <a:rPr lang="en-US" sz="3200" u="none" strike="noStrike" dirty="0">
                <a:solidFill>
                  <a:srgbClr val="000000"/>
                </a:solidFill>
                <a:effectLst/>
                <a:latin typeface="Times New Roman" panose="02020603050405020304" pitchFamily="18" charset="0"/>
                <a:cs typeface="Times New Roman" panose="02020603050405020304" pitchFamily="18" charset="0"/>
              </a:rPr>
              <a:t>and p-values, with statistical significance defined at </a:t>
            </a:r>
            <a:r>
              <a:rPr lang="en-US" sz="3200" u="none" strike="noStrike" dirty="0" err="1">
                <a:solidFill>
                  <a:srgbClr val="000000"/>
                </a:solidFill>
                <a:effectLst/>
                <a:latin typeface="Times New Roman" panose="02020603050405020304" pitchFamily="18" charset="0"/>
                <a:cs typeface="Times New Roman" panose="02020603050405020304" pitchFamily="18" charset="0"/>
              </a:rPr>
              <a:t>ɑ</a:t>
            </a:r>
            <a:r>
              <a:rPr lang="en-US" sz="3200" u="none" strike="noStrike" dirty="0">
                <a:solidFill>
                  <a:srgbClr val="000000"/>
                </a:solidFill>
                <a:effectLst/>
                <a:latin typeface="Times New Roman" panose="02020603050405020304" pitchFamily="18" charset="0"/>
                <a:cs typeface="Times New Roman" panose="02020603050405020304" pitchFamily="18" charset="0"/>
              </a:rPr>
              <a:t> = 0.05</a:t>
            </a:r>
            <a:r>
              <a:rPr lang="en-US" sz="3200" b="0" i="0" u="none" strike="noStrike" dirty="0">
                <a:solidFill>
                  <a:srgbClr val="000000"/>
                </a:solidFill>
                <a:effectLst/>
                <a:latin typeface="Times New Roman" panose="02020603050405020304" pitchFamily="18" charset="0"/>
              </a:rPr>
              <a:t>.</a:t>
            </a:r>
            <a:endParaRPr lang="en-US" sz="3200" b="0" dirty="0">
              <a:effectLst/>
            </a:endParaRPr>
          </a:p>
        </p:txBody>
      </p:sp>
      <p:pic>
        <p:nvPicPr>
          <p:cNvPr id="17" name="Picture 16" descr="A blue and red pie chart&#10;&#10;Description automatically generated">
            <a:extLst>
              <a:ext uri="{FF2B5EF4-FFF2-40B4-BE49-F238E27FC236}">
                <a16:creationId xmlns:a16="http://schemas.microsoft.com/office/drawing/2014/main" id="{FEA7B8DF-9B61-1D83-300B-24285952447B}"/>
              </a:ext>
            </a:extLst>
          </p:cNvPr>
          <p:cNvPicPr>
            <a:picLocks noChangeAspect="1"/>
          </p:cNvPicPr>
          <p:nvPr/>
        </p:nvPicPr>
        <p:blipFill>
          <a:blip r:embed="rId4"/>
          <a:stretch>
            <a:fillRect/>
          </a:stretch>
        </p:blipFill>
        <p:spPr>
          <a:xfrm>
            <a:off x="16272696" y="16442331"/>
            <a:ext cx="6109212" cy="2023676"/>
          </a:xfrm>
          <a:prstGeom prst="rect">
            <a:avLst/>
          </a:prstGeom>
        </p:spPr>
      </p:pic>
      <p:pic>
        <p:nvPicPr>
          <p:cNvPr id="19" name="Picture 18" descr="A diagram of a box diagram&#10;&#10;Description automatically generated">
            <a:extLst>
              <a:ext uri="{FF2B5EF4-FFF2-40B4-BE49-F238E27FC236}">
                <a16:creationId xmlns:a16="http://schemas.microsoft.com/office/drawing/2014/main" id="{EA1F83CC-E004-C801-909B-A575144037D3}"/>
              </a:ext>
            </a:extLst>
          </p:cNvPr>
          <p:cNvPicPr>
            <a:picLocks noChangeAspect="1"/>
          </p:cNvPicPr>
          <p:nvPr/>
        </p:nvPicPr>
        <p:blipFill>
          <a:blip r:embed="rId5"/>
          <a:stretch>
            <a:fillRect/>
          </a:stretch>
        </p:blipFill>
        <p:spPr>
          <a:xfrm>
            <a:off x="16336472" y="11219918"/>
            <a:ext cx="5981661" cy="3919356"/>
          </a:xfrm>
          <a:prstGeom prst="rect">
            <a:avLst/>
          </a:prstGeom>
        </p:spPr>
      </p:pic>
      <p:sp>
        <p:nvSpPr>
          <p:cNvPr id="21" name="TextBox 20">
            <a:extLst>
              <a:ext uri="{FF2B5EF4-FFF2-40B4-BE49-F238E27FC236}">
                <a16:creationId xmlns:a16="http://schemas.microsoft.com/office/drawing/2014/main" id="{D82ED2F4-96CC-EE68-FE09-DE54FE9CE09B}"/>
              </a:ext>
            </a:extLst>
          </p:cNvPr>
          <p:cNvSpPr txBox="1"/>
          <p:nvPr/>
        </p:nvSpPr>
        <p:spPr>
          <a:xfrm>
            <a:off x="16208921" y="23719876"/>
            <a:ext cx="14625734" cy="12895838"/>
          </a:xfrm>
          <a:prstGeom prst="rect">
            <a:avLst/>
          </a:prstGeom>
          <a:noFill/>
        </p:spPr>
        <p:txBody>
          <a:bodyPr wrap="square" rtlCol="0">
            <a:spAutoFit/>
          </a:bodyPr>
          <a:lstStyle/>
          <a:p>
            <a:pPr rtl="0">
              <a:spcBef>
                <a:spcPts val="0"/>
              </a:spcBef>
              <a:spcAft>
                <a:spcPts val="0"/>
              </a:spcAft>
            </a:pPr>
            <a:r>
              <a:rPr lang="en-US" sz="3200" b="0" i="0" u="none" strike="noStrike" dirty="0">
                <a:solidFill>
                  <a:srgbClr val="000000"/>
                </a:solidFill>
                <a:effectLst/>
                <a:latin typeface="Times New Roman" panose="02020603050405020304" pitchFamily="18" charset="0"/>
                <a:cs typeface="Times New Roman" panose="02020603050405020304" pitchFamily="18" charset="0"/>
              </a:rPr>
              <a:t>This analysis examined the relationship between educational attainment and diabetes risk while controlling for key clinical predictors. Consistent with previous findings, BMI and hypertension remain strong and highly significant predictors of diabetes. These results reinforce the well-established role of metabolic and cardiovascular factors in the development of diabetes.</a:t>
            </a:r>
            <a:endParaRPr lang="en-US" sz="3200" b="0" dirty="0">
              <a:effectLst/>
              <a:latin typeface="Times New Roman" panose="02020603050405020304" pitchFamily="18" charset="0"/>
              <a:cs typeface="Times New Roman" panose="02020603050405020304" pitchFamily="18" charset="0"/>
            </a:endParaRPr>
          </a:p>
          <a:p>
            <a:pPr rtl="0">
              <a:spcBef>
                <a:spcPts val="0"/>
              </a:spcBef>
              <a:spcAft>
                <a:spcPts val="0"/>
              </a:spcAft>
            </a:pPr>
            <a:br>
              <a:rPr lang="en-US" sz="3200" b="0" dirty="0">
                <a:effectLst/>
                <a:latin typeface="Times New Roman" panose="02020603050405020304" pitchFamily="18" charset="0"/>
                <a:cs typeface="Times New Roman" panose="02020603050405020304" pitchFamily="18" charset="0"/>
              </a:rPr>
            </a:br>
            <a:r>
              <a:rPr lang="en-US" sz="3200" b="0" i="0" u="none" strike="noStrike" dirty="0">
                <a:solidFill>
                  <a:srgbClr val="000000"/>
                </a:solidFill>
                <a:effectLst/>
                <a:latin typeface="Times New Roman" panose="02020603050405020304" pitchFamily="18" charset="0"/>
                <a:cs typeface="Times New Roman" panose="02020603050405020304" pitchFamily="18" charset="0"/>
              </a:rPr>
              <a:t>Educational attainment shows a clear and statistically significant association across all levels. Both medium and high education levels were associated with reduced odds of diabetes, with a stronger protective effect observed at higher levels of education. This pattern suggests a graded relationship, where increasing education corresponds to progressively lower diabetes risk.</a:t>
            </a:r>
            <a:endParaRPr lang="en-US" sz="3200" b="0" dirty="0">
              <a:effectLst/>
              <a:latin typeface="Times New Roman" panose="02020603050405020304" pitchFamily="18" charset="0"/>
              <a:cs typeface="Times New Roman" panose="02020603050405020304" pitchFamily="18" charset="0"/>
            </a:endParaRPr>
          </a:p>
          <a:p>
            <a:pPr rtl="0">
              <a:spcBef>
                <a:spcPts val="0"/>
              </a:spcBef>
              <a:spcAft>
                <a:spcPts val="0"/>
              </a:spcAft>
            </a:pPr>
            <a:br>
              <a:rPr lang="en-US" sz="3200" b="0" dirty="0">
                <a:effectLst/>
                <a:latin typeface="Times New Roman" panose="02020603050405020304" pitchFamily="18" charset="0"/>
                <a:cs typeface="Times New Roman" panose="02020603050405020304" pitchFamily="18" charset="0"/>
              </a:rPr>
            </a:br>
            <a:r>
              <a:rPr lang="en-US" sz="3200" b="0" i="0" u="none" strike="noStrike" dirty="0">
                <a:solidFill>
                  <a:srgbClr val="000000"/>
                </a:solidFill>
                <a:effectLst/>
                <a:latin typeface="Times New Roman" panose="02020603050405020304" pitchFamily="18" charset="0"/>
                <a:cs typeface="Times New Roman" panose="02020603050405020304" pitchFamily="18" charset="0"/>
              </a:rPr>
              <a:t>There are several mechanisms that may explain the observed relationship between education and reduced diabetes risk. The understanding of nutrition, exercise, and disease prevention, or health literacy, may be improved as education level increases. Behaviorally, more educated individuals may engage in healthier lifestyles. Greater education is also often associated with better access to preventive care and early intervention. Overall, socioeconomic advantages such as stable income, occupation security, and safe living conditions are common outcomes of higher education levels.</a:t>
            </a:r>
            <a:endParaRPr lang="en-US" sz="3200" b="0" dirty="0">
              <a:effectLst/>
              <a:latin typeface="Times New Roman" panose="02020603050405020304" pitchFamily="18" charset="0"/>
              <a:cs typeface="Times New Roman" panose="02020603050405020304" pitchFamily="18" charset="0"/>
            </a:endParaRPr>
          </a:p>
          <a:p>
            <a:pPr rtl="0">
              <a:spcBef>
                <a:spcPts val="0"/>
              </a:spcBef>
              <a:spcAft>
                <a:spcPts val="0"/>
              </a:spcAft>
            </a:pPr>
            <a:br>
              <a:rPr lang="en-US" sz="3200" b="0" dirty="0">
                <a:effectLst/>
                <a:latin typeface="Times New Roman" panose="02020603050405020304" pitchFamily="18" charset="0"/>
                <a:cs typeface="Times New Roman" panose="02020603050405020304" pitchFamily="18" charset="0"/>
              </a:rPr>
            </a:br>
            <a:r>
              <a:rPr lang="en-US" sz="3200" b="0" i="0" u="none" strike="noStrike" dirty="0">
                <a:solidFill>
                  <a:srgbClr val="000000"/>
                </a:solidFill>
                <a:effectLst/>
                <a:latin typeface="Times New Roman" panose="02020603050405020304" pitchFamily="18" charset="0"/>
                <a:cs typeface="Times New Roman" panose="02020603050405020304" pitchFamily="18" charset="0"/>
              </a:rPr>
              <a:t>Because this was an observational study, correlation can be assumed, but causal relationships are not able to be established. There is also a risk of potential confounding, as variables such as income, diet, and physical activity were not included. Also, the self-reporting nature of some of the variables may introduce recall or reporting bias. The simplification of education levels into “high,” “medium,” and “low” may cause finer distinctions to be overlooked.</a:t>
            </a:r>
            <a:endParaRPr lang="en-US" sz="3200" b="0" dirty="0">
              <a:effectLst/>
              <a:latin typeface="Times New Roman" panose="02020603050405020304" pitchFamily="18" charset="0"/>
              <a:cs typeface="Times New Roman" panose="02020603050405020304" pitchFamily="18" charset="0"/>
            </a:endParaRPr>
          </a:p>
        </p:txBody>
      </p:sp>
      <p:sp>
        <p:nvSpPr>
          <p:cNvPr id="23" name="Rectangle 1">
            <a:extLst>
              <a:ext uri="{FF2B5EF4-FFF2-40B4-BE49-F238E27FC236}">
                <a16:creationId xmlns:a16="http://schemas.microsoft.com/office/drawing/2014/main" id="{72D1BE20-C406-0089-30F0-D49D868ACCE2}"/>
              </a:ext>
            </a:extLst>
          </p:cNvPr>
          <p:cNvSpPr>
            <a:spLocks noChangeArrowheads="1"/>
          </p:cNvSpPr>
          <p:nvPr/>
        </p:nvSpPr>
        <p:spPr bwMode="auto">
          <a:xfrm>
            <a:off x="24474460" y="16650424"/>
            <a:ext cx="3200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6" name="Rectangle 2">
            <a:extLst>
              <a:ext uri="{FF2B5EF4-FFF2-40B4-BE49-F238E27FC236}">
                <a16:creationId xmlns:a16="http://schemas.microsoft.com/office/drawing/2014/main" id="{A884DEDE-57D5-FE53-6B44-231EEEB23070}"/>
              </a:ext>
            </a:extLst>
          </p:cNvPr>
          <p:cNvSpPr>
            <a:spLocks noChangeArrowheads="1"/>
          </p:cNvSpPr>
          <p:nvPr/>
        </p:nvSpPr>
        <p:spPr bwMode="auto">
          <a:xfrm>
            <a:off x="24810230" y="17454169"/>
            <a:ext cx="3200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8" name="Picture 27" descr="A table with numbers and letters&#10;&#10;Description automatically generated">
            <a:extLst>
              <a:ext uri="{FF2B5EF4-FFF2-40B4-BE49-F238E27FC236}">
                <a16:creationId xmlns:a16="http://schemas.microsoft.com/office/drawing/2014/main" id="{206A56E6-379A-881D-F485-25565DB382CC}"/>
              </a:ext>
            </a:extLst>
          </p:cNvPr>
          <p:cNvPicPr>
            <a:picLocks noChangeAspect="1"/>
          </p:cNvPicPr>
          <p:nvPr/>
        </p:nvPicPr>
        <p:blipFill>
          <a:blip r:embed="rId6"/>
          <a:stretch>
            <a:fillRect/>
          </a:stretch>
        </p:blipFill>
        <p:spPr>
          <a:xfrm>
            <a:off x="16280189" y="7984684"/>
            <a:ext cx="6037944" cy="2341044"/>
          </a:xfrm>
          <a:prstGeom prst="rect">
            <a:avLst/>
          </a:prstGeom>
        </p:spPr>
      </p:pic>
      <p:sp>
        <p:nvSpPr>
          <p:cNvPr id="29" name="TextBox 28">
            <a:extLst>
              <a:ext uri="{FF2B5EF4-FFF2-40B4-BE49-F238E27FC236}">
                <a16:creationId xmlns:a16="http://schemas.microsoft.com/office/drawing/2014/main" id="{356E570D-08B6-4D69-3DB7-1CBEE16988E4}"/>
              </a:ext>
            </a:extLst>
          </p:cNvPr>
          <p:cNvSpPr txBox="1"/>
          <p:nvPr/>
        </p:nvSpPr>
        <p:spPr>
          <a:xfrm>
            <a:off x="16145052" y="15648174"/>
            <a:ext cx="6720218" cy="400110"/>
          </a:xfrm>
          <a:prstGeom prst="rect">
            <a:avLst/>
          </a:prstGeom>
          <a:noFill/>
        </p:spPr>
        <p:txBody>
          <a:bodyPr wrap="square" rtlCol="0">
            <a:spAutoFit/>
          </a:bodyPr>
          <a:lstStyle/>
          <a:p>
            <a:pPr algn="ctr"/>
            <a:r>
              <a:rPr lang="en-US" sz="2000" dirty="0">
                <a:latin typeface="+mj-lt"/>
                <a:cs typeface="Times New Roman" panose="02020603050405020304" pitchFamily="18" charset="0"/>
              </a:rPr>
              <a:t>Pie Chart of High BP by Education Level</a:t>
            </a:r>
          </a:p>
        </p:txBody>
      </p:sp>
      <p:sp>
        <p:nvSpPr>
          <p:cNvPr id="30" name="TextBox 29">
            <a:extLst>
              <a:ext uri="{FF2B5EF4-FFF2-40B4-BE49-F238E27FC236}">
                <a16:creationId xmlns:a16="http://schemas.microsoft.com/office/drawing/2014/main" id="{CA0D5AB7-2C49-55BE-C312-381B862964F3}"/>
              </a:ext>
            </a:extLst>
          </p:cNvPr>
          <p:cNvSpPr txBox="1"/>
          <p:nvPr/>
        </p:nvSpPr>
        <p:spPr>
          <a:xfrm>
            <a:off x="18208338" y="7549948"/>
            <a:ext cx="2593646" cy="400110"/>
          </a:xfrm>
          <a:prstGeom prst="rect">
            <a:avLst/>
          </a:prstGeom>
          <a:noFill/>
        </p:spPr>
        <p:txBody>
          <a:bodyPr wrap="square" rtlCol="0">
            <a:spAutoFit/>
          </a:bodyPr>
          <a:lstStyle/>
          <a:p>
            <a:pPr algn="ctr"/>
            <a:r>
              <a:rPr lang="en-US" sz="2000" dirty="0">
                <a:latin typeface="+mj-lt"/>
              </a:rPr>
              <a:t>Regression Table</a:t>
            </a:r>
          </a:p>
        </p:txBody>
      </p:sp>
      <p:sp>
        <p:nvSpPr>
          <p:cNvPr id="31" name="TextBox 30">
            <a:extLst>
              <a:ext uri="{FF2B5EF4-FFF2-40B4-BE49-F238E27FC236}">
                <a16:creationId xmlns:a16="http://schemas.microsoft.com/office/drawing/2014/main" id="{6B98DE12-AC74-9466-3B25-D69186921A87}"/>
              </a:ext>
            </a:extLst>
          </p:cNvPr>
          <p:cNvSpPr txBox="1"/>
          <p:nvPr/>
        </p:nvSpPr>
        <p:spPr>
          <a:xfrm>
            <a:off x="16280320" y="38586566"/>
            <a:ext cx="14498917" cy="5509200"/>
          </a:xfrm>
          <a:prstGeom prst="rect">
            <a:avLst/>
          </a:prstGeom>
          <a:noFill/>
        </p:spPr>
        <p:txBody>
          <a:bodyPr wrap="square" rtlCol="0">
            <a:spAutoFit/>
          </a:bodyPr>
          <a:lstStyle/>
          <a:p>
            <a:r>
              <a:rPr lang="en-US" sz="3200" b="0" i="0" u="none" strike="noStrike" dirty="0">
                <a:solidFill>
                  <a:srgbClr val="000000"/>
                </a:solidFill>
                <a:effectLst/>
                <a:latin typeface="Times New Roman" panose="02020603050405020304" pitchFamily="18" charset="0"/>
              </a:rPr>
              <a:t>While BMI and hypertension remain key clinical predictors of diabetes, higher educational attainment is independently associated with reduced risk, emphasizing the importance of addressing both clinical and socioeconomic factors in diabetes prevention and management. The pattern in the data suggests a graded relationship, where increasing education is associated with progressively lower diabetes risk, even after adjusting for major clinical factors. Because of this relationship, education level may serve as a useful indicator for identifying populations at higher risk and tailoring prevention strategies from a clinical perspective. From a public health perspective, interventions that improve health literacy and education access, promote preventive behaviors in lower-education populations, and integrate social and clinical risk factors in disease prevention efforts are supported by these findings.</a:t>
            </a:r>
            <a:endParaRPr lang="en-US" sz="3200" dirty="0"/>
          </a:p>
        </p:txBody>
      </p:sp>
      <p:pic>
        <p:nvPicPr>
          <p:cNvPr id="33" name="Picture 32" descr="A table with text on it&#10;&#10;Description automatically generated">
            <a:extLst>
              <a:ext uri="{FF2B5EF4-FFF2-40B4-BE49-F238E27FC236}">
                <a16:creationId xmlns:a16="http://schemas.microsoft.com/office/drawing/2014/main" id="{76852561-1C67-6CFA-AB8A-CF30F4B35950}"/>
              </a:ext>
            </a:extLst>
          </p:cNvPr>
          <p:cNvPicPr>
            <a:picLocks noChangeAspect="1"/>
          </p:cNvPicPr>
          <p:nvPr/>
        </p:nvPicPr>
        <p:blipFill>
          <a:blip r:embed="rId7"/>
          <a:stretch>
            <a:fillRect/>
          </a:stretch>
        </p:blipFill>
        <p:spPr>
          <a:xfrm>
            <a:off x="16400778" y="20147941"/>
            <a:ext cx="6162584" cy="1538196"/>
          </a:xfrm>
          <a:prstGeom prst="rect">
            <a:avLst/>
          </a:prstGeom>
        </p:spPr>
      </p:pic>
      <p:sp>
        <p:nvSpPr>
          <p:cNvPr id="34" name="TextBox 33">
            <a:extLst>
              <a:ext uri="{FF2B5EF4-FFF2-40B4-BE49-F238E27FC236}">
                <a16:creationId xmlns:a16="http://schemas.microsoft.com/office/drawing/2014/main" id="{49574698-7261-0CDF-ED37-878635FA51DB}"/>
              </a:ext>
            </a:extLst>
          </p:cNvPr>
          <p:cNvSpPr txBox="1"/>
          <p:nvPr/>
        </p:nvSpPr>
        <p:spPr>
          <a:xfrm>
            <a:off x="16646377" y="19553839"/>
            <a:ext cx="5361850" cy="400110"/>
          </a:xfrm>
          <a:prstGeom prst="rect">
            <a:avLst/>
          </a:prstGeom>
          <a:noFill/>
        </p:spPr>
        <p:txBody>
          <a:bodyPr wrap="square" rtlCol="0">
            <a:spAutoFit/>
          </a:bodyPr>
          <a:lstStyle/>
          <a:p>
            <a:pPr algn="ctr"/>
            <a:r>
              <a:rPr lang="en-US" sz="2000" dirty="0"/>
              <a:t>Education Level vs Diabetes Risk</a:t>
            </a:r>
          </a:p>
        </p:txBody>
      </p:sp>
      <p:sp>
        <p:nvSpPr>
          <p:cNvPr id="36" name="TextBox 35">
            <a:extLst>
              <a:ext uri="{FF2B5EF4-FFF2-40B4-BE49-F238E27FC236}">
                <a16:creationId xmlns:a16="http://schemas.microsoft.com/office/drawing/2014/main" id="{67134B12-54B7-912A-6525-65706AEE2865}"/>
              </a:ext>
            </a:extLst>
          </p:cNvPr>
          <p:cNvSpPr txBox="1"/>
          <p:nvPr/>
        </p:nvSpPr>
        <p:spPr>
          <a:xfrm>
            <a:off x="22762099" y="7549948"/>
            <a:ext cx="8150489" cy="13880723"/>
          </a:xfrm>
          <a:prstGeom prst="rect">
            <a:avLst/>
          </a:prstGeom>
          <a:noFill/>
        </p:spPr>
        <p:txBody>
          <a:bodyPr wrap="square" rtlCol="0">
            <a:spAutoFit/>
          </a:bodyPr>
          <a:lstStyle/>
          <a:p>
            <a:pPr rtl="0">
              <a:spcBef>
                <a:spcPts val="0"/>
              </a:spcBef>
              <a:spcAft>
                <a:spcPts val="0"/>
              </a:spcAft>
            </a:pPr>
            <a:r>
              <a:rPr lang="en-US" sz="3200" b="0" i="0" u="none" strike="noStrike" dirty="0">
                <a:solidFill>
                  <a:srgbClr val="000000"/>
                </a:solidFill>
                <a:effectLst/>
                <a:latin typeface="Times New Roman" panose="02020603050405020304" pitchFamily="18" charset="0"/>
                <a:cs typeface="Times New Roman" panose="02020603050405020304" pitchFamily="18" charset="0"/>
              </a:rPr>
              <a:t>The logistic regression model was statistically significant (p&lt;0.001). Higher BMI was associated with increased odds of diabetes, and individuals with hypertension had substantially higher odds of diabetes. Educational attainment showed a significant protective effect.</a:t>
            </a:r>
            <a:endParaRPr lang="en-US" sz="3200" b="0" dirty="0">
              <a:effectLst/>
              <a:latin typeface="Times New Roman" panose="02020603050405020304" pitchFamily="18" charset="0"/>
              <a:cs typeface="Times New Roman" panose="02020603050405020304" pitchFamily="18" charset="0"/>
            </a:endParaRPr>
          </a:p>
          <a:p>
            <a:pPr rtl="0">
              <a:spcBef>
                <a:spcPts val="0"/>
              </a:spcBef>
              <a:spcAft>
                <a:spcPts val="0"/>
              </a:spcAft>
            </a:pPr>
            <a:br>
              <a:rPr lang="en-US" sz="3200" b="0" dirty="0">
                <a:effectLst/>
                <a:latin typeface="Times New Roman" panose="02020603050405020304" pitchFamily="18" charset="0"/>
                <a:cs typeface="Times New Roman" panose="02020603050405020304" pitchFamily="18" charset="0"/>
              </a:rPr>
            </a:br>
            <a:r>
              <a:rPr lang="en-US" sz="3200" b="0" i="0" u="none" strike="noStrike" dirty="0">
                <a:solidFill>
                  <a:srgbClr val="000000"/>
                </a:solidFill>
                <a:effectLst/>
                <a:latin typeface="Times New Roman" panose="02020603050405020304" pitchFamily="18" charset="0"/>
                <a:cs typeface="Times New Roman" panose="02020603050405020304" pitchFamily="18" charset="0"/>
              </a:rPr>
              <a:t>The boxplot shows that BMI distributions are relatively similar across education levels, with comparable medians and ranges. This suggests that differences in diabetes risk by education are not solely explained by </a:t>
            </a:r>
            <a:r>
              <a:rPr lang="en-US" sz="3200" b="0" i="0" u="none" strike="noStrike">
                <a:solidFill>
                  <a:srgbClr val="000000"/>
                </a:solidFill>
                <a:effectLst/>
                <a:latin typeface="Times New Roman" panose="02020603050405020304" pitchFamily="18" charset="0"/>
                <a:cs typeface="Times New Roman" panose="02020603050405020304" pitchFamily="18" charset="0"/>
              </a:rPr>
              <a:t>BMI differences.</a:t>
            </a:r>
            <a:endParaRPr lang="en-US" sz="3200" b="0" dirty="0">
              <a:effectLst/>
              <a:latin typeface="Times New Roman" panose="02020603050405020304" pitchFamily="18" charset="0"/>
              <a:cs typeface="Times New Roman" panose="02020603050405020304" pitchFamily="18" charset="0"/>
            </a:endParaRPr>
          </a:p>
          <a:p>
            <a:pPr rtl="0">
              <a:spcBef>
                <a:spcPts val="0"/>
              </a:spcBef>
              <a:spcAft>
                <a:spcPts val="0"/>
              </a:spcAft>
            </a:pPr>
            <a:br>
              <a:rPr lang="en-US" sz="3200" b="0" dirty="0">
                <a:effectLst/>
                <a:latin typeface="Times New Roman" panose="02020603050405020304" pitchFamily="18" charset="0"/>
                <a:cs typeface="Times New Roman" panose="02020603050405020304" pitchFamily="18" charset="0"/>
              </a:rPr>
            </a:br>
            <a:r>
              <a:rPr lang="en-US" sz="3200" b="0" i="0" u="none" strike="noStrike" dirty="0">
                <a:solidFill>
                  <a:srgbClr val="000000"/>
                </a:solidFill>
                <a:effectLst/>
                <a:latin typeface="Times New Roman" panose="02020603050405020304" pitchFamily="18" charset="0"/>
                <a:cs typeface="Times New Roman" panose="02020603050405020304" pitchFamily="18" charset="0"/>
              </a:rPr>
              <a:t>The pie charts indicate that the prevalence of high blood pressure decreases as education level increases. This trend suggests that lower education is associated with higher prevalence of hypertension, which may partially contribute to increased diabetes risk.</a:t>
            </a:r>
            <a:endParaRPr lang="en-US" sz="3200" b="0" dirty="0">
              <a:effectLst/>
              <a:latin typeface="Times New Roman" panose="02020603050405020304" pitchFamily="18" charset="0"/>
              <a:cs typeface="Times New Roman" panose="02020603050405020304" pitchFamily="18" charset="0"/>
            </a:endParaRPr>
          </a:p>
          <a:p>
            <a:pPr rtl="0">
              <a:spcBef>
                <a:spcPts val="0"/>
              </a:spcBef>
              <a:spcAft>
                <a:spcPts val="0"/>
              </a:spcAft>
            </a:pPr>
            <a:br>
              <a:rPr lang="en-US" sz="3200" b="0" dirty="0">
                <a:effectLst/>
                <a:latin typeface="Times New Roman" panose="02020603050405020304" pitchFamily="18" charset="0"/>
                <a:cs typeface="Times New Roman" panose="02020603050405020304" pitchFamily="18" charset="0"/>
              </a:rPr>
            </a:br>
            <a:r>
              <a:rPr lang="en-US" sz="3200" b="0" i="0" u="none" strike="noStrike" dirty="0">
                <a:solidFill>
                  <a:srgbClr val="000000"/>
                </a:solidFill>
                <a:effectLst/>
                <a:latin typeface="Times New Roman" panose="02020603050405020304" pitchFamily="18" charset="0"/>
                <a:cs typeface="Times New Roman" panose="02020603050405020304" pitchFamily="18" charset="0"/>
              </a:rPr>
              <a:t>Overall, the results demonstrate that the clinical factors of BMI and hypertension strongly predict diabetes, and higher education is consistently associated with lower diabetes risk. The relationship between education and diabetes appears independent of BMI and partially related to differences in hypertension prevalence.</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638315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9868</TotalTime>
  <Words>1288</Words>
  <Application>Microsoft Macintosh PowerPoint</Application>
  <PresentationFormat>Custom</PresentationFormat>
  <Paragraphs>33</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Myriad Pro</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MIN-JAE WOO</dc:creator>
  <cp:lastModifiedBy>Payton Avery Berry</cp:lastModifiedBy>
  <cp:revision>32</cp:revision>
  <dcterms:created xsi:type="dcterms:W3CDTF">2019-03-16T21:19:51Z</dcterms:created>
  <dcterms:modified xsi:type="dcterms:W3CDTF">2026-04-25T14:10:37Z</dcterms:modified>
</cp:coreProperties>
</file>